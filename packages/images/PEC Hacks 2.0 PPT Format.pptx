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4"/>
    <p:sldMasterId id="2147483674"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embeddedFontLst>
    <p:embeddedFont>
      <p:font typeface="Raleway"/>
      <p:regular r:id="rId14"/>
      <p:bold r:id="rId15"/>
      <p:italic r:id="rId16"/>
      <p:boldItalic r:id="rId17"/>
    </p:embeddedFont>
    <p:embeddedFont>
      <p:font typeface="Roboto"/>
      <p:regular r:id="rId18"/>
      <p:bold r:id="rId19"/>
      <p:italic r:id="rId20"/>
      <p:boldItalic r:id="rId21"/>
    </p:embeddedFont>
    <p:embeddedFont>
      <p:font typeface="Montserrat"/>
      <p:bold r:id="rId22"/>
      <p:boldItalic r:id="rId23"/>
    </p:embeddedFont>
    <p:embeddedFont>
      <p:font typeface="Lato"/>
      <p:regular r:id="rId24"/>
      <p:bold r:id="rId25"/>
      <p:italic r:id="rId26"/>
      <p:boldItalic r:id="rId27"/>
    </p:embeddedFont>
    <p:embeddedFont>
      <p:font typeface="Poppins SemiBold"/>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22" Type="http://schemas.openxmlformats.org/officeDocument/2006/relationships/font" Target="fonts/Montserrat-bold.fntdata"/><Relationship Id="rId21" Type="http://schemas.openxmlformats.org/officeDocument/2006/relationships/font" Target="fonts/Roboto-boldItalic.fntdata"/><Relationship Id="rId24" Type="http://schemas.openxmlformats.org/officeDocument/2006/relationships/font" Target="fonts/Lato-regular.fntdata"/><Relationship Id="rId23" Type="http://schemas.openxmlformats.org/officeDocument/2006/relationships/font" Target="fonts/Montserra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Lato-italic.fntdata"/><Relationship Id="rId25" Type="http://schemas.openxmlformats.org/officeDocument/2006/relationships/font" Target="fonts/Lato-bold.fntdata"/><Relationship Id="rId28" Type="http://schemas.openxmlformats.org/officeDocument/2006/relationships/font" Target="fonts/PoppinsSemiBold-regular.fntdata"/><Relationship Id="rId27" Type="http://schemas.openxmlformats.org/officeDocument/2006/relationships/font" Target="fonts/Lato-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PoppinsSemiBold-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SemiBold-boldItalic.fntdata"/><Relationship Id="rId30" Type="http://schemas.openxmlformats.org/officeDocument/2006/relationships/font" Target="fonts/PoppinsSemi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Raleway-bold.fntdata"/><Relationship Id="rId14" Type="http://schemas.openxmlformats.org/officeDocument/2006/relationships/font" Target="fonts/Raleway-regular.fntdata"/><Relationship Id="rId17" Type="http://schemas.openxmlformats.org/officeDocument/2006/relationships/font" Target="fonts/Raleway-boldItalic.fntdata"/><Relationship Id="rId16" Type="http://schemas.openxmlformats.org/officeDocument/2006/relationships/font" Target="fonts/Raleway-italic.fntdata"/><Relationship Id="rId19" Type="http://schemas.openxmlformats.org/officeDocument/2006/relationships/font" Target="fonts/Roboto-bold.fntdata"/><Relationship Id="rId1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81457b821f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g281457b821f_1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81457b821f_1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g281457b821f_1_1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81457b821f_1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g281457b821f_1_1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8143c15a8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g28143c15a8e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8143c15a8e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g28143c15a8e_0_2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8143c15a8e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g28143c15a8e_0_3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fac514f14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g2fac514f144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69" name="Google Shape;69;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1" name="Google Shape;81;p18"/>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2" name="Google Shape;82;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88" name="Google Shape;88;p19"/>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89" name="Google Shape;89;p19"/>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90" name="Google Shape;90;p19"/>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91" name="Google Shape;91;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02" name="Google Shape;102;p21"/>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03" name="Google Shape;103;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idx="2" type="pic"/>
          </p:nvPr>
        </p:nvSpPr>
        <p:spPr>
          <a:xfrm>
            <a:off x="896144" y="306388"/>
            <a:ext cx="2743200" cy="2057400"/>
          </a:xfrm>
          <a:prstGeom prst="rect">
            <a:avLst/>
          </a:prstGeom>
          <a:noFill/>
          <a:ln>
            <a:noFill/>
          </a:ln>
        </p:spPr>
      </p:sp>
      <p:sp>
        <p:nvSpPr>
          <p:cNvPr id="109" name="Google Shape;109;p22"/>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10" name="Google Shape;110;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16" name="Google Shape;116;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2" name="Google Shape;122;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5" name="Shape 125"/>
        <p:cNvGrpSpPr/>
        <p:nvPr/>
      </p:nvGrpSpPr>
      <p:grpSpPr>
        <a:xfrm>
          <a:off x="0" y="0"/>
          <a:ext cx="0" cy="0"/>
          <a:chOff x="0" y="0"/>
          <a:chExt cx="0" cy="0"/>
        </a:xfrm>
      </p:grpSpPr>
      <p:sp>
        <p:nvSpPr>
          <p:cNvPr id="126" name="Google Shape;126;p2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7" name="Google Shape;127;p25"/>
          <p:cNvGrpSpPr/>
          <p:nvPr/>
        </p:nvGrpSpPr>
        <p:grpSpPr>
          <a:xfrm>
            <a:off x="830392" y="1191256"/>
            <a:ext cx="745763" cy="45826"/>
            <a:chOff x="4580561" y="2589004"/>
            <a:chExt cx="1064464" cy="25200"/>
          </a:xfrm>
        </p:grpSpPr>
        <p:sp>
          <p:nvSpPr>
            <p:cNvPr id="128" name="Google Shape;128;p2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0" name="Google Shape;130;p25"/>
          <p:cNvSpPr txBox="1"/>
          <p:nvPr>
            <p:ph type="title"/>
          </p:nvPr>
        </p:nvSpPr>
        <p:spPr>
          <a:xfrm>
            <a:off x="730000" y="1318650"/>
            <a:ext cx="3300900" cy="1381500"/>
          </a:xfrm>
          <a:prstGeom prst="rect">
            <a:avLst/>
          </a:prstGeom>
        </p:spPr>
        <p:txBody>
          <a:bodyPr anchorCtr="0" anchor="ctr" bIns="22850" lIns="45725" spcFirstLastPara="1" rIns="45725" wrap="square" tIns="22850">
            <a:norm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31" name="Google Shape;131;p25"/>
          <p:cNvSpPr txBox="1"/>
          <p:nvPr>
            <p:ph idx="1" type="body"/>
          </p:nvPr>
        </p:nvSpPr>
        <p:spPr>
          <a:xfrm>
            <a:off x="721225" y="2781725"/>
            <a:ext cx="3300900" cy="1597500"/>
          </a:xfrm>
          <a:prstGeom prst="rect">
            <a:avLst/>
          </a:prstGeom>
        </p:spPr>
        <p:txBody>
          <a:bodyPr anchorCtr="0" anchor="t" bIns="22850" lIns="45725" spcFirstLastPara="1" rIns="45725" wrap="square" tIns="22850">
            <a:normAutofit/>
          </a:bodyPr>
          <a:lstStyle>
            <a:lvl1pPr indent="-330200" lvl="0" marL="457200" rtl="0">
              <a:spcBef>
                <a:spcPts val="300"/>
              </a:spcBef>
              <a:spcAft>
                <a:spcPts val="0"/>
              </a:spcAft>
              <a:buSzPts val="1600"/>
              <a:buChar char="•"/>
              <a:defRPr/>
            </a:lvl1pPr>
            <a:lvl2pPr indent="-317500" lvl="1" marL="914400" rtl="0">
              <a:spcBef>
                <a:spcPts val="300"/>
              </a:spcBef>
              <a:spcAft>
                <a:spcPts val="0"/>
              </a:spcAft>
              <a:buSzPts val="1400"/>
              <a:buChar char="–"/>
              <a:defRPr/>
            </a:lvl2pPr>
            <a:lvl3pPr indent="-304800" lvl="2" marL="1371600" rtl="0">
              <a:spcBef>
                <a:spcPts val="200"/>
              </a:spcBef>
              <a:spcAft>
                <a:spcPts val="0"/>
              </a:spcAft>
              <a:buSzPts val="1200"/>
              <a:buChar char="•"/>
              <a:defRPr/>
            </a:lvl3pPr>
            <a:lvl4pPr indent="-292100" lvl="3" marL="1828800" rtl="0">
              <a:spcBef>
                <a:spcPts val="200"/>
              </a:spcBef>
              <a:spcAft>
                <a:spcPts val="0"/>
              </a:spcAft>
              <a:buSzPts val="1000"/>
              <a:buChar char="–"/>
              <a:defRPr/>
            </a:lvl4pPr>
            <a:lvl5pPr indent="-292100" lvl="4" marL="2286000" rtl="0">
              <a:spcBef>
                <a:spcPts val="200"/>
              </a:spcBef>
              <a:spcAft>
                <a:spcPts val="0"/>
              </a:spcAft>
              <a:buSzPts val="1000"/>
              <a:buChar char="»"/>
              <a:defRPr/>
            </a:lvl5pPr>
            <a:lvl6pPr indent="-292100" lvl="5" marL="2743200" rtl="0">
              <a:spcBef>
                <a:spcPts val="200"/>
              </a:spcBef>
              <a:spcAft>
                <a:spcPts val="0"/>
              </a:spcAft>
              <a:buSzPts val="1000"/>
              <a:buChar char="•"/>
              <a:defRPr/>
            </a:lvl6pPr>
            <a:lvl7pPr indent="-292100" lvl="6" marL="3200400" rtl="0">
              <a:spcBef>
                <a:spcPts val="200"/>
              </a:spcBef>
              <a:spcAft>
                <a:spcPts val="0"/>
              </a:spcAft>
              <a:buSzPts val="1000"/>
              <a:buChar char="•"/>
              <a:defRPr/>
            </a:lvl7pPr>
            <a:lvl8pPr indent="-292100" lvl="7" marL="3657600" rtl="0">
              <a:spcBef>
                <a:spcPts val="200"/>
              </a:spcBef>
              <a:spcAft>
                <a:spcPts val="0"/>
              </a:spcAft>
              <a:buSzPts val="1000"/>
              <a:buChar char="•"/>
              <a:defRPr/>
            </a:lvl8pPr>
            <a:lvl9pPr indent="-292100" lvl="8" marL="4114800" rtl="0">
              <a:spcBef>
                <a:spcPts val="200"/>
              </a:spcBef>
              <a:spcAft>
                <a:spcPts val="0"/>
              </a:spcAft>
              <a:buSzPts val="1000"/>
              <a:buChar char="•"/>
              <a:defRPr/>
            </a:lvl9pPr>
          </a:lstStyle>
          <a:p/>
        </p:txBody>
      </p:sp>
      <p:sp>
        <p:nvSpPr>
          <p:cNvPr id="132" name="Google Shape;132;p25"/>
          <p:cNvSpPr txBox="1"/>
          <p:nvPr>
            <p:ph idx="12" type="sldNum"/>
          </p:nvPr>
        </p:nvSpPr>
        <p:spPr>
          <a:xfrm>
            <a:off x="8536302" y="4749851"/>
            <a:ext cx="548700" cy="393600"/>
          </a:xfrm>
          <a:prstGeom prst="rect">
            <a:avLst/>
          </a:prstGeom>
        </p:spPr>
        <p:txBody>
          <a:bodyPr anchorCtr="0" anchor="ctr" bIns="22850" lIns="45725" spcFirstLastPara="1" rIns="45725" wrap="square" tIns="2285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3" name="Google Shape;133;p25">
            <a:hlinkClick/>
          </p:cNvPr>
          <p:cNvSpPr/>
          <p:nvPr/>
        </p:nvSpPr>
        <p:spPr>
          <a:xfrm>
            <a:off x="8280450" y="0"/>
            <a:ext cx="863400" cy="454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4" name="Google Shape;134;p25">
            <a:hlinkClick/>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35" name="Google Shape;135;p25">
            <a:hlinkClick/>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36" name="Google Shape;136;p25">
            <a:hlinkClick/>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 Slide">
    <p:spTree>
      <p:nvGrpSpPr>
        <p:cNvPr id="137" name="Shape 137"/>
        <p:cNvGrpSpPr/>
        <p:nvPr/>
      </p:nvGrpSpPr>
      <p:grpSpPr>
        <a:xfrm>
          <a:off x="0" y="0"/>
          <a:ext cx="0" cy="0"/>
          <a:chOff x="0" y="0"/>
          <a:chExt cx="0" cy="0"/>
        </a:xfrm>
      </p:grpSpPr>
      <p:sp>
        <p:nvSpPr>
          <p:cNvPr id="138" name="Google Shape;138;p26"/>
          <p:cNvSpPr/>
          <p:nvPr>
            <p:ph idx="2" type="pic"/>
          </p:nvPr>
        </p:nvSpPr>
        <p:spPr>
          <a:xfrm>
            <a:off x="0" y="0"/>
            <a:ext cx="9144000" cy="5143500"/>
          </a:xfrm>
          <a:prstGeom prst="rect">
            <a:avLst/>
          </a:prstGeom>
          <a:solidFill>
            <a:schemeClr val="lt1"/>
          </a:solid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showMasterSp="0">
  <p:cSld name="3_Custom Layout">
    <p:spTree>
      <p:nvGrpSpPr>
        <p:cNvPr id="139" name="Shape 139"/>
        <p:cNvGrpSpPr/>
        <p:nvPr/>
      </p:nvGrpSpPr>
      <p:grpSpPr>
        <a:xfrm>
          <a:off x="0" y="0"/>
          <a:ext cx="0" cy="0"/>
          <a:chOff x="0" y="0"/>
          <a:chExt cx="0" cy="0"/>
        </a:xfrm>
      </p:grpSpPr>
      <p:sp>
        <p:nvSpPr>
          <p:cNvPr id="140" name="Google Shape;140;p27"/>
          <p:cNvSpPr/>
          <p:nvPr>
            <p:ph idx="2" type="pic"/>
          </p:nvPr>
        </p:nvSpPr>
        <p:spPr>
          <a:xfrm flipH="1">
            <a:off x="359572" y="384573"/>
            <a:ext cx="1948200" cy="4374300"/>
          </a:xfrm>
          <a:prstGeom prst="rect">
            <a:avLst/>
          </a:prstGeom>
          <a:solidFill>
            <a:schemeClr val="lt1"/>
          </a:solidFill>
          <a:ln>
            <a:noFill/>
          </a:ln>
        </p:spPr>
      </p:sp>
      <p:sp>
        <p:nvSpPr>
          <p:cNvPr id="141" name="Google Shape;141;p27"/>
          <p:cNvSpPr/>
          <p:nvPr>
            <p:ph idx="3" type="pic"/>
          </p:nvPr>
        </p:nvSpPr>
        <p:spPr>
          <a:xfrm>
            <a:off x="2438742" y="2650674"/>
            <a:ext cx="3102000" cy="2108400"/>
          </a:xfrm>
          <a:prstGeom prst="rect">
            <a:avLst/>
          </a:prstGeom>
          <a:solidFill>
            <a:schemeClr val="lt1"/>
          </a:solidFill>
          <a:ln>
            <a:noFill/>
          </a:ln>
        </p:spPr>
      </p:sp>
      <p:sp>
        <p:nvSpPr>
          <p:cNvPr id="142" name="Google Shape;142;p27"/>
          <p:cNvSpPr/>
          <p:nvPr>
            <p:ph idx="4" type="pic"/>
          </p:nvPr>
        </p:nvSpPr>
        <p:spPr>
          <a:xfrm flipH="1">
            <a:off x="5682770" y="2650674"/>
            <a:ext cx="3102000" cy="2108400"/>
          </a:xfrm>
          <a:prstGeom prst="rect">
            <a:avLst/>
          </a:prstGeom>
          <a:solidFill>
            <a:schemeClr val="lt1"/>
          </a:solidFill>
          <a:ln>
            <a:noFill/>
          </a:ln>
        </p:spPr>
      </p:sp>
      <p:sp>
        <p:nvSpPr>
          <p:cNvPr id="143" name="Google Shape;143;p27"/>
          <p:cNvSpPr/>
          <p:nvPr>
            <p:ph idx="5" type="pic"/>
          </p:nvPr>
        </p:nvSpPr>
        <p:spPr>
          <a:xfrm>
            <a:off x="2439079" y="384573"/>
            <a:ext cx="6345600" cy="2187300"/>
          </a:xfrm>
          <a:prstGeom prst="rect">
            <a:avLst/>
          </a:prstGeom>
          <a:solidFill>
            <a:schemeClr val="lt1"/>
          </a:solid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theme" Target="../theme/theme3.xml"/><Relationship Id="rId14" Type="http://schemas.openxmlformats.org/officeDocument/2006/relationships/slideLayout" Target="../slideLayouts/slideLayout2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7.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7.jp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p:nvPr/>
        </p:nvSpPr>
        <p:spPr>
          <a:xfrm>
            <a:off x="0" y="0"/>
            <a:ext cx="9231600" cy="51435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49" name="Google Shape;149;p28"/>
          <p:cNvPicPr preferRelativeResize="0"/>
          <p:nvPr/>
        </p:nvPicPr>
        <p:blipFill>
          <a:blip r:embed="rId3">
            <a:alphaModFix/>
          </a:blip>
          <a:stretch>
            <a:fillRect/>
          </a:stretch>
        </p:blipFill>
        <p:spPr>
          <a:xfrm>
            <a:off x="0" y="0"/>
            <a:ext cx="9231600" cy="5143500"/>
          </a:xfrm>
          <a:prstGeom prst="rect">
            <a:avLst/>
          </a:prstGeom>
          <a:solidFill>
            <a:schemeClr val="dk1"/>
          </a:solidFill>
          <a:ln>
            <a:noFill/>
          </a:ln>
        </p:spPr>
      </p:pic>
      <p:sp>
        <p:nvSpPr>
          <p:cNvPr id="150" name="Google Shape;150;p28"/>
          <p:cNvSpPr txBox="1"/>
          <p:nvPr/>
        </p:nvSpPr>
        <p:spPr>
          <a:xfrm>
            <a:off x="4642227" y="3857625"/>
            <a:ext cx="3860700" cy="692700"/>
          </a:xfrm>
          <a:prstGeom prst="rect">
            <a:avLst/>
          </a:prstGeom>
          <a:noFill/>
          <a:ln>
            <a:noFill/>
          </a:ln>
        </p:spPr>
        <p:txBody>
          <a:bodyPr anchorCtr="0" anchor="t" bIns="0" lIns="0" spcFirstLastPara="1" rIns="0" wrap="square" tIns="0">
            <a:spAutoFit/>
          </a:bodyPr>
          <a:lstStyle/>
          <a:p>
            <a:pPr indent="0" lvl="0" marL="0" marR="0" rtl="0" algn="l">
              <a:lnSpc>
                <a:spcPct val="139988"/>
              </a:lnSpc>
              <a:spcBef>
                <a:spcPts val="0"/>
              </a:spcBef>
              <a:spcAft>
                <a:spcPts val="0"/>
              </a:spcAft>
              <a:buNone/>
            </a:pPr>
            <a:r>
              <a:rPr b="1" lang="en" sz="4500">
                <a:solidFill>
                  <a:schemeClr val="lt1"/>
                </a:solidFill>
                <a:latin typeface="Montserrat"/>
                <a:ea typeface="Montserrat"/>
                <a:cs typeface="Montserrat"/>
                <a:sym typeface="Montserrat"/>
              </a:rPr>
              <a:t>TEAM NAME</a:t>
            </a:r>
            <a:endParaRPr sz="700">
              <a:solidFill>
                <a:schemeClr val="lt1"/>
              </a:solidFill>
            </a:endParaRPr>
          </a:p>
        </p:txBody>
      </p:sp>
      <p:sp>
        <p:nvSpPr>
          <p:cNvPr id="151" name="Google Shape;151;p28"/>
          <p:cNvSpPr txBox="1"/>
          <p:nvPr/>
        </p:nvSpPr>
        <p:spPr>
          <a:xfrm>
            <a:off x="419750" y="2192925"/>
            <a:ext cx="4890900" cy="166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4800">
                <a:solidFill>
                  <a:schemeClr val="lt1"/>
                </a:solidFill>
                <a:latin typeface="Raleway"/>
                <a:ea typeface="Raleway"/>
                <a:cs typeface="Raleway"/>
                <a:sym typeface="Raleway"/>
              </a:rPr>
              <a:t>Idea Title</a:t>
            </a:r>
            <a:endParaRPr b="1" sz="4200">
              <a:solidFill>
                <a:schemeClr val="lt1"/>
              </a:solidFill>
              <a:latin typeface="Raleway"/>
              <a:ea typeface="Raleway"/>
              <a:cs typeface="Raleway"/>
              <a:sym typeface="Raleway"/>
            </a:endParaRPr>
          </a:p>
        </p:txBody>
      </p:sp>
      <p:sp>
        <p:nvSpPr>
          <p:cNvPr id="152" name="Google Shape;152;p28"/>
          <p:cNvSpPr txBox="1"/>
          <p:nvPr/>
        </p:nvSpPr>
        <p:spPr>
          <a:xfrm>
            <a:off x="419749" y="1458750"/>
            <a:ext cx="7840200" cy="54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chemeClr val="lt2"/>
                </a:solidFill>
                <a:latin typeface="Lato"/>
                <a:ea typeface="Lato"/>
                <a:cs typeface="Lato"/>
                <a:sym typeface="Lato"/>
              </a:rPr>
              <a:t>Enter your </a:t>
            </a:r>
            <a:r>
              <a:rPr b="1" lang="en" sz="1900">
                <a:solidFill>
                  <a:schemeClr val="lt2"/>
                </a:solidFill>
                <a:latin typeface="Lato"/>
                <a:ea typeface="Lato"/>
                <a:cs typeface="Lato"/>
                <a:sym typeface="Lato"/>
              </a:rPr>
              <a:t>Problem Domain (AI/Blockchain/Healthcare etc.)</a:t>
            </a:r>
            <a:endParaRPr b="1" sz="1900">
              <a:solidFill>
                <a:schemeClr val="lt2"/>
              </a:solidFill>
              <a:latin typeface="Lato"/>
              <a:ea typeface="Lato"/>
              <a:cs typeface="Lato"/>
              <a:sym typeface="Lato"/>
            </a:endParaRPr>
          </a:p>
        </p:txBody>
      </p:sp>
      <p:sp>
        <p:nvSpPr>
          <p:cNvPr id="153" name="Google Shape;153;p28"/>
          <p:cNvSpPr txBox="1"/>
          <p:nvPr/>
        </p:nvSpPr>
        <p:spPr>
          <a:xfrm>
            <a:off x="419749" y="583400"/>
            <a:ext cx="7840200" cy="54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u="sng">
                <a:solidFill>
                  <a:schemeClr val="lt1"/>
                </a:solidFill>
                <a:latin typeface="Lato"/>
                <a:ea typeface="Lato"/>
                <a:cs typeface="Lato"/>
                <a:sym typeface="Lato"/>
              </a:rPr>
              <a:t>INSTRUCTION: Make a Copy this Slide into your account and then Edit!</a:t>
            </a:r>
            <a:endParaRPr b="1" sz="1900" u="sng">
              <a:solidFill>
                <a:schemeClr val="lt1"/>
              </a:solidFill>
              <a:latin typeface="Lato"/>
              <a:ea typeface="Lato"/>
              <a:cs typeface="Lato"/>
              <a:sym typeface="Lato"/>
            </a:endParaRPr>
          </a:p>
        </p:txBody>
      </p:sp>
      <p:pic>
        <p:nvPicPr>
          <p:cNvPr id="154" name="Google Shape;154;p28"/>
          <p:cNvPicPr preferRelativeResize="0"/>
          <p:nvPr/>
        </p:nvPicPr>
        <p:blipFill>
          <a:blip r:embed="rId4">
            <a:alphaModFix/>
          </a:blip>
          <a:stretch>
            <a:fillRect/>
          </a:stretch>
        </p:blipFill>
        <p:spPr>
          <a:xfrm>
            <a:off x="532000" y="3711650"/>
            <a:ext cx="814976" cy="8149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grpSp>
        <p:nvGrpSpPr>
          <p:cNvPr id="159" name="Google Shape;159;p29"/>
          <p:cNvGrpSpPr/>
          <p:nvPr/>
        </p:nvGrpSpPr>
        <p:grpSpPr>
          <a:xfrm>
            <a:off x="0" y="-162744"/>
            <a:ext cx="9144000" cy="3668037"/>
            <a:chOff x="0" y="-85725"/>
            <a:chExt cx="4816593" cy="1932135"/>
          </a:xfrm>
        </p:grpSpPr>
        <p:sp>
          <p:nvSpPr>
            <p:cNvPr id="160" name="Google Shape;160;p29"/>
            <p:cNvSpPr/>
            <p:nvPr/>
          </p:nvSpPr>
          <p:spPr>
            <a:xfrm>
              <a:off x="0" y="0"/>
              <a:ext cx="4816592" cy="1846410"/>
            </a:xfrm>
            <a:custGeom>
              <a:rect b="b" l="l" r="r" t="t"/>
              <a:pathLst>
                <a:path extrusionOk="0" h="1846410" w="4816592">
                  <a:moveTo>
                    <a:pt x="0" y="0"/>
                  </a:moveTo>
                  <a:lnTo>
                    <a:pt x="4816592" y="0"/>
                  </a:lnTo>
                  <a:lnTo>
                    <a:pt x="4816592" y="1846410"/>
                  </a:lnTo>
                  <a:lnTo>
                    <a:pt x="0" y="1846410"/>
                  </a:lnTo>
                  <a:close/>
                </a:path>
              </a:pathLst>
            </a:custGeom>
            <a:solidFill>
              <a:srgbClr val="000000"/>
            </a:solidFill>
            <a:ln>
              <a:noFill/>
            </a:ln>
          </p:spPr>
        </p:sp>
        <p:sp>
          <p:nvSpPr>
            <p:cNvPr id="161" name="Google Shape;161;p29"/>
            <p:cNvSpPr txBox="1"/>
            <p:nvPr/>
          </p:nvSpPr>
          <p:spPr>
            <a:xfrm>
              <a:off x="0" y="-85725"/>
              <a:ext cx="4816593" cy="1932135"/>
            </a:xfrm>
            <a:prstGeom prst="rect">
              <a:avLst/>
            </a:prstGeom>
            <a:noFill/>
            <a:ln>
              <a:noFill/>
            </a:ln>
          </p:spPr>
          <p:txBody>
            <a:bodyPr anchorCtr="0" anchor="ctr" bIns="25400" lIns="25400" spcFirstLastPara="1" rIns="25400" wrap="square" tIns="25400">
              <a:noAutofit/>
            </a:bodyPr>
            <a:lstStyle/>
            <a:p>
              <a:pPr indent="0" lvl="0" marL="0" marR="0" rtl="0" algn="ctr">
                <a:lnSpc>
                  <a:spcPct val="165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62" name="Google Shape;162;p29"/>
          <p:cNvSpPr/>
          <p:nvPr/>
        </p:nvSpPr>
        <p:spPr>
          <a:xfrm>
            <a:off x="0" y="0"/>
            <a:ext cx="9144000" cy="3505293"/>
          </a:xfrm>
          <a:custGeom>
            <a:rect b="b" l="l" r="r" t="t"/>
            <a:pathLst>
              <a:path extrusionOk="0" h="7010587" w="18288000">
                <a:moveTo>
                  <a:pt x="0" y="0"/>
                </a:moveTo>
                <a:lnTo>
                  <a:pt x="18288000" y="0"/>
                </a:lnTo>
                <a:lnTo>
                  <a:pt x="18288000" y="7010587"/>
                </a:lnTo>
                <a:lnTo>
                  <a:pt x="0" y="7010587"/>
                </a:lnTo>
                <a:lnTo>
                  <a:pt x="0" y="0"/>
                </a:lnTo>
                <a:close/>
              </a:path>
            </a:pathLst>
          </a:custGeom>
          <a:blipFill rotWithShape="1">
            <a:blip r:embed="rId3">
              <a:alphaModFix amt="32999"/>
            </a:blip>
            <a:stretch>
              <a:fillRect b="-23365" l="0" r="0" t="-23363"/>
            </a:stretch>
          </a:blipFill>
          <a:ln>
            <a:noFill/>
          </a:ln>
        </p:spPr>
      </p:sp>
      <p:grpSp>
        <p:nvGrpSpPr>
          <p:cNvPr id="163" name="Google Shape;163;p29"/>
          <p:cNvGrpSpPr/>
          <p:nvPr/>
        </p:nvGrpSpPr>
        <p:grpSpPr>
          <a:xfrm>
            <a:off x="419425" y="176604"/>
            <a:ext cx="8344469" cy="4510659"/>
            <a:chOff x="0" y="-95250"/>
            <a:chExt cx="2291870" cy="983100"/>
          </a:xfrm>
        </p:grpSpPr>
        <p:sp>
          <p:nvSpPr>
            <p:cNvPr id="164" name="Google Shape;164;p29"/>
            <p:cNvSpPr/>
            <p:nvPr/>
          </p:nvSpPr>
          <p:spPr>
            <a:xfrm>
              <a:off x="0" y="0"/>
              <a:ext cx="2291870" cy="887850"/>
            </a:xfrm>
            <a:custGeom>
              <a:rect b="b" l="l" r="r" t="t"/>
              <a:pathLst>
                <a:path extrusionOk="0" h="887850" w="2291870">
                  <a:moveTo>
                    <a:pt x="45374" y="0"/>
                  </a:moveTo>
                  <a:lnTo>
                    <a:pt x="2246496" y="0"/>
                  </a:lnTo>
                  <a:cubicBezTo>
                    <a:pt x="2271555" y="0"/>
                    <a:pt x="2291870" y="20314"/>
                    <a:pt x="2291870" y="45374"/>
                  </a:cubicBezTo>
                  <a:lnTo>
                    <a:pt x="2291870" y="842477"/>
                  </a:lnTo>
                  <a:cubicBezTo>
                    <a:pt x="2291870" y="867536"/>
                    <a:pt x="2271555" y="887850"/>
                    <a:pt x="2246496" y="887850"/>
                  </a:cubicBezTo>
                  <a:lnTo>
                    <a:pt x="45374" y="887850"/>
                  </a:lnTo>
                  <a:cubicBezTo>
                    <a:pt x="20314" y="887850"/>
                    <a:pt x="0" y="867536"/>
                    <a:pt x="0" y="842477"/>
                  </a:cubicBezTo>
                  <a:lnTo>
                    <a:pt x="0" y="45374"/>
                  </a:lnTo>
                  <a:cubicBezTo>
                    <a:pt x="0" y="20314"/>
                    <a:pt x="20314" y="0"/>
                    <a:pt x="45374" y="0"/>
                  </a:cubicBezTo>
                  <a:close/>
                </a:path>
              </a:pathLst>
            </a:custGeom>
            <a:solidFill>
              <a:srgbClr val="C7243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65" name="Google Shape;165;p29"/>
            <p:cNvSpPr txBox="1"/>
            <p:nvPr/>
          </p:nvSpPr>
          <p:spPr>
            <a:xfrm>
              <a:off x="0" y="-95250"/>
              <a:ext cx="2291870" cy="983100"/>
            </a:xfrm>
            <a:prstGeom prst="rect">
              <a:avLst/>
            </a:prstGeom>
            <a:noFill/>
            <a:ln>
              <a:noFill/>
            </a:ln>
          </p:spPr>
          <p:txBody>
            <a:bodyPr anchorCtr="0" anchor="ctr" bIns="25400" lIns="25400" spcFirstLastPara="1" rIns="25400" wrap="square" tIns="25400">
              <a:noAutofit/>
            </a:bodyPr>
            <a:lstStyle/>
            <a:p>
              <a:pPr indent="0" lvl="0" marL="0" marR="0" rtl="0" algn="ctr">
                <a:lnSpc>
                  <a:spcPct val="183333"/>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66" name="Google Shape;166;p29"/>
          <p:cNvSpPr txBox="1"/>
          <p:nvPr/>
        </p:nvSpPr>
        <p:spPr>
          <a:xfrm>
            <a:off x="729450" y="1318650"/>
            <a:ext cx="7688700" cy="53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lt1"/>
                </a:solidFill>
                <a:latin typeface="Raleway"/>
                <a:ea typeface="Raleway"/>
                <a:cs typeface="Raleway"/>
                <a:sym typeface="Raleway"/>
              </a:rPr>
              <a:t>Problem Statement</a:t>
            </a:r>
            <a:endParaRPr b="1" sz="2600">
              <a:solidFill>
                <a:schemeClr val="lt1"/>
              </a:solidFill>
              <a:latin typeface="Raleway"/>
              <a:ea typeface="Raleway"/>
              <a:cs typeface="Raleway"/>
              <a:sym typeface="Raleway"/>
            </a:endParaRPr>
          </a:p>
        </p:txBody>
      </p:sp>
      <p:sp>
        <p:nvSpPr>
          <p:cNvPr id="167" name="Google Shape;167;p29"/>
          <p:cNvSpPr txBox="1"/>
          <p:nvPr/>
        </p:nvSpPr>
        <p:spPr>
          <a:xfrm>
            <a:off x="782675" y="2078875"/>
            <a:ext cx="7122900" cy="13269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1600"/>
              </a:spcAft>
              <a:buNone/>
            </a:pPr>
            <a:r>
              <a:rPr lang="en" sz="1100">
                <a:solidFill>
                  <a:schemeClr val="lt1"/>
                </a:solidFill>
                <a:latin typeface="Lato"/>
                <a:ea typeface="Lato"/>
                <a:cs typeface="Lato"/>
                <a:sym typeface="Lato"/>
              </a:rPr>
              <a:t>Lorem ipsum dolor sit amet, consectetur adipiscing elit, sed do eiusmod tempor incididunt ut labore et dolore magna aliqua. Lorem ipsum dolor sit amet, consectetur adipiscing elit, sed do eiusmod tempor incididunt ut labore et dolore magna aliqua. Lorem ipsum dolor sit amet, consectetur adipiscing elit, sed do eiusmod tempor incididunt ut labore et dolore magna aliqua.</a:t>
            </a:r>
            <a:endParaRPr sz="1100">
              <a:solidFill>
                <a:schemeClr val="lt1"/>
              </a:solidFill>
              <a:latin typeface="Lato"/>
              <a:ea typeface="Lato"/>
              <a:cs typeface="Lato"/>
              <a:sym typeface="Lato"/>
            </a:endParaRPr>
          </a:p>
        </p:txBody>
      </p:sp>
      <p:pic>
        <p:nvPicPr>
          <p:cNvPr id="168" name="Google Shape;168;p29"/>
          <p:cNvPicPr preferRelativeResize="0"/>
          <p:nvPr/>
        </p:nvPicPr>
        <p:blipFill>
          <a:blip r:embed="rId4">
            <a:alphaModFix/>
          </a:blip>
          <a:stretch>
            <a:fillRect/>
          </a:stretch>
        </p:blipFill>
        <p:spPr>
          <a:xfrm>
            <a:off x="7905575" y="930950"/>
            <a:ext cx="456225" cy="4562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grpSp>
        <p:nvGrpSpPr>
          <p:cNvPr id="173" name="Google Shape;173;p30"/>
          <p:cNvGrpSpPr/>
          <p:nvPr/>
        </p:nvGrpSpPr>
        <p:grpSpPr>
          <a:xfrm>
            <a:off x="1712160" y="-167482"/>
            <a:ext cx="2035895" cy="2734440"/>
            <a:chOff x="0" y="-85725"/>
            <a:chExt cx="1072427" cy="1440392"/>
          </a:xfrm>
        </p:grpSpPr>
        <p:sp>
          <p:nvSpPr>
            <p:cNvPr id="174" name="Google Shape;174;p30"/>
            <p:cNvSpPr/>
            <p:nvPr/>
          </p:nvSpPr>
          <p:spPr>
            <a:xfrm>
              <a:off x="0" y="0"/>
              <a:ext cx="1072427" cy="1354667"/>
            </a:xfrm>
            <a:custGeom>
              <a:rect b="b" l="l" r="r" t="t"/>
              <a:pathLst>
                <a:path extrusionOk="0" h="1354667" w="1072427">
                  <a:moveTo>
                    <a:pt x="0" y="0"/>
                  </a:moveTo>
                  <a:lnTo>
                    <a:pt x="1072427" y="0"/>
                  </a:lnTo>
                  <a:lnTo>
                    <a:pt x="1072427" y="1354667"/>
                  </a:lnTo>
                  <a:lnTo>
                    <a:pt x="0" y="1354667"/>
                  </a:lnTo>
                  <a:close/>
                </a:path>
              </a:pathLst>
            </a:custGeom>
            <a:solidFill>
              <a:srgbClr val="C7243D"/>
            </a:solidFill>
            <a:ln>
              <a:noFill/>
            </a:ln>
          </p:spPr>
        </p:sp>
        <p:sp>
          <p:nvSpPr>
            <p:cNvPr id="175" name="Google Shape;175;p30"/>
            <p:cNvSpPr txBox="1"/>
            <p:nvPr/>
          </p:nvSpPr>
          <p:spPr>
            <a:xfrm>
              <a:off x="0" y="-85725"/>
              <a:ext cx="1072427" cy="1440392"/>
            </a:xfrm>
            <a:prstGeom prst="rect">
              <a:avLst/>
            </a:prstGeom>
            <a:noFill/>
            <a:ln>
              <a:noFill/>
            </a:ln>
          </p:spPr>
          <p:txBody>
            <a:bodyPr anchorCtr="0" anchor="ctr" bIns="25400" lIns="25400" spcFirstLastPara="1" rIns="25400" wrap="square" tIns="25400">
              <a:noAutofit/>
            </a:bodyPr>
            <a:lstStyle/>
            <a:p>
              <a:pPr indent="0" lvl="0" marL="0" marR="0" rtl="0" algn="ctr">
                <a:lnSpc>
                  <a:spcPct val="165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76" name="Google Shape;176;p30"/>
          <p:cNvSpPr txBox="1"/>
          <p:nvPr/>
        </p:nvSpPr>
        <p:spPr>
          <a:xfrm>
            <a:off x="4673332" y="1021117"/>
            <a:ext cx="3887100" cy="400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 sz="2600">
                <a:solidFill>
                  <a:srgbClr val="1A1A1A"/>
                </a:solidFill>
                <a:latin typeface="Raleway"/>
                <a:ea typeface="Raleway"/>
                <a:cs typeface="Raleway"/>
                <a:sym typeface="Raleway"/>
              </a:rPr>
              <a:t>Solution</a:t>
            </a:r>
            <a:endParaRPr sz="700"/>
          </a:p>
        </p:txBody>
      </p:sp>
      <p:sp>
        <p:nvSpPr>
          <p:cNvPr id="177" name="Google Shape;177;p30"/>
          <p:cNvSpPr txBox="1"/>
          <p:nvPr/>
        </p:nvSpPr>
        <p:spPr>
          <a:xfrm>
            <a:off x="4673332" y="1735435"/>
            <a:ext cx="3956400" cy="927900"/>
          </a:xfrm>
          <a:prstGeom prst="rect">
            <a:avLst/>
          </a:prstGeom>
          <a:noFill/>
          <a:ln>
            <a:noFill/>
          </a:ln>
        </p:spPr>
        <p:txBody>
          <a:bodyPr anchorCtr="0" anchor="t" bIns="0" lIns="0" spcFirstLastPara="1" rIns="0" wrap="square" tIns="0">
            <a:spAutoFit/>
          </a:bodyPr>
          <a:lstStyle/>
          <a:p>
            <a:pPr indent="0" lvl="0" marL="0" rtl="0" algn="just">
              <a:lnSpc>
                <a:spcPct val="115000"/>
              </a:lnSpc>
              <a:spcBef>
                <a:spcPts val="0"/>
              </a:spcBef>
              <a:spcAft>
                <a:spcPts val="0"/>
              </a:spcAft>
              <a:buClr>
                <a:schemeClr val="dk1"/>
              </a:buClr>
              <a:buSzPts val="1100"/>
              <a:buFont typeface="Arial"/>
              <a:buNone/>
            </a:pPr>
            <a:r>
              <a:rPr lang="en" sz="1100">
                <a:solidFill>
                  <a:srgbClr val="595959"/>
                </a:solidFill>
                <a:latin typeface="Lato"/>
                <a:ea typeface="Lato"/>
                <a:cs typeface="Lato"/>
                <a:sym typeface="Lato"/>
              </a:rPr>
              <a:t>Lorem ipsum dolor sit amet, consectetur adipiscing elit, sed do eiusmod tempor incididunt labore dolore magna aliqua. Lorem ipsum dolor sit amet consectetur adipiscing elit.</a:t>
            </a:r>
            <a:endParaRPr sz="1100">
              <a:solidFill>
                <a:srgbClr val="595959"/>
              </a:solidFill>
              <a:latin typeface="Lato"/>
              <a:ea typeface="Lato"/>
              <a:cs typeface="Lato"/>
              <a:sym typeface="Lato"/>
            </a:endParaRPr>
          </a:p>
          <a:p>
            <a:pPr indent="0" lvl="0" marL="0" marR="0" rtl="0" algn="just">
              <a:lnSpc>
                <a:spcPct val="180000"/>
              </a:lnSpc>
              <a:spcBef>
                <a:spcPts val="1600"/>
              </a:spcBef>
              <a:spcAft>
                <a:spcPts val="0"/>
              </a:spcAft>
              <a:buNone/>
            </a:pPr>
            <a:r>
              <a:t/>
            </a:r>
            <a:endParaRPr sz="900">
              <a:solidFill>
                <a:srgbClr val="737373"/>
              </a:solidFill>
              <a:latin typeface="Roboto"/>
              <a:ea typeface="Roboto"/>
              <a:cs typeface="Roboto"/>
              <a:sym typeface="Roboto"/>
            </a:endParaRPr>
          </a:p>
        </p:txBody>
      </p:sp>
      <p:sp>
        <p:nvSpPr>
          <p:cNvPr id="178" name="Google Shape;178;p30"/>
          <p:cNvSpPr txBox="1"/>
          <p:nvPr/>
        </p:nvSpPr>
        <p:spPr>
          <a:xfrm>
            <a:off x="2110083" y="1086863"/>
            <a:ext cx="1240200" cy="554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 sz="3600">
                <a:solidFill>
                  <a:srgbClr val="FFFFFF"/>
                </a:solidFill>
                <a:latin typeface="Montserrat"/>
                <a:ea typeface="Montserrat"/>
                <a:cs typeface="Montserrat"/>
                <a:sym typeface="Montserrat"/>
              </a:rPr>
              <a:t>TXT</a:t>
            </a:r>
            <a:endParaRPr sz="700"/>
          </a:p>
        </p:txBody>
      </p:sp>
      <p:sp>
        <p:nvSpPr>
          <p:cNvPr id="179" name="Google Shape;179;p30"/>
          <p:cNvSpPr txBox="1"/>
          <p:nvPr/>
        </p:nvSpPr>
        <p:spPr>
          <a:xfrm>
            <a:off x="2110083" y="1730673"/>
            <a:ext cx="1240200" cy="200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 sz="1300">
                <a:solidFill>
                  <a:srgbClr val="FFFFFF"/>
                </a:solidFill>
                <a:latin typeface="Montserrat"/>
                <a:ea typeface="Montserrat"/>
                <a:cs typeface="Montserrat"/>
                <a:sym typeface="Montserrat"/>
              </a:rPr>
              <a:t>Holder</a:t>
            </a:r>
            <a:endParaRPr sz="700"/>
          </a:p>
        </p:txBody>
      </p:sp>
      <p:pic>
        <p:nvPicPr>
          <p:cNvPr id="180" name="Google Shape;180;p30" title="File:Placeholder view vector.svg - Wikimedia Commons"/>
          <p:cNvPicPr preferRelativeResize="0"/>
          <p:nvPr/>
        </p:nvPicPr>
        <p:blipFill rotWithShape="1">
          <a:blip r:embed="rId3">
            <a:alphaModFix/>
          </a:blip>
          <a:srcRect b="309" l="22640" r="25903" t="0"/>
          <a:stretch/>
        </p:blipFill>
        <p:spPr>
          <a:xfrm>
            <a:off x="2" y="25"/>
            <a:ext cx="1712150" cy="2571749"/>
          </a:xfrm>
          <a:prstGeom prst="rect">
            <a:avLst/>
          </a:prstGeom>
          <a:noFill/>
          <a:ln>
            <a:noFill/>
          </a:ln>
        </p:spPr>
      </p:pic>
      <p:pic>
        <p:nvPicPr>
          <p:cNvPr id="181" name="Google Shape;181;p30" title="File:Placeholder view vector.svg - Wikimedia Commons"/>
          <p:cNvPicPr preferRelativeResize="0"/>
          <p:nvPr/>
        </p:nvPicPr>
        <p:blipFill rotWithShape="1">
          <a:blip r:embed="rId3">
            <a:alphaModFix/>
          </a:blip>
          <a:srcRect b="309" l="22640" r="25903" t="0"/>
          <a:stretch/>
        </p:blipFill>
        <p:spPr>
          <a:xfrm>
            <a:off x="2" y="2571725"/>
            <a:ext cx="1712150" cy="2571749"/>
          </a:xfrm>
          <a:prstGeom prst="rect">
            <a:avLst/>
          </a:prstGeom>
          <a:noFill/>
          <a:ln>
            <a:noFill/>
          </a:ln>
        </p:spPr>
      </p:pic>
      <p:pic>
        <p:nvPicPr>
          <p:cNvPr id="182" name="Google Shape;182;p30" title="File:Placeholder view vector.svg - Wikimedia Commons"/>
          <p:cNvPicPr preferRelativeResize="0"/>
          <p:nvPr/>
        </p:nvPicPr>
        <p:blipFill rotWithShape="1">
          <a:blip r:embed="rId3">
            <a:alphaModFix/>
          </a:blip>
          <a:srcRect b="309" l="12910" r="25901" t="0"/>
          <a:stretch/>
        </p:blipFill>
        <p:spPr>
          <a:xfrm>
            <a:off x="1712150" y="2566958"/>
            <a:ext cx="2035950" cy="2571749"/>
          </a:xfrm>
          <a:prstGeom prst="rect">
            <a:avLst/>
          </a:prstGeom>
          <a:noFill/>
          <a:ln>
            <a:noFill/>
          </a:ln>
        </p:spPr>
      </p:pic>
      <p:sp>
        <p:nvSpPr>
          <p:cNvPr id="183" name="Google Shape;183;p30"/>
          <p:cNvSpPr txBox="1"/>
          <p:nvPr/>
        </p:nvSpPr>
        <p:spPr>
          <a:xfrm>
            <a:off x="4673330" y="2977435"/>
            <a:ext cx="3636600" cy="26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 sz="1000">
                <a:solidFill>
                  <a:srgbClr val="C7243D"/>
                </a:solidFill>
                <a:latin typeface="Lato"/>
                <a:ea typeface="Lato"/>
                <a:cs typeface="Lato"/>
                <a:sym typeface="Lato"/>
              </a:rPr>
              <a:t>01    |</a:t>
            </a:r>
            <a:r>
              <a:rPr b="1" lang="en" sz="1000">
                <a:solidFill>
                  <a:srgbClr val="1A9988"/>
                </a:solidFill>
                <a:latin typeface="Lato"/>
                <a:ea typeface="Lato"/>
                <a:cs typeface="Lato"/>
                <a:sym typeface="Lato"/>
              </a:rPr>
              <a:t> </a:t>
            </a:r>
            <a:r>
              <a:rPr lang="en" sz="1000">
                <a:solidFill>
                  <a:srgbClr val="000000"/>
                </a:solidFill>
                <a:latin typeface="Lato"/>
                <a:ea typeface="Lato"/>
                <a:cs typeface="Lato"/>
                <a:sym typeface="Lato"/>
              </a:rPr>
              <a:t>   Consectetur adipiscing elit</a:t>
            </a:r>
            <a:endParaRPr/>
          </a:p>
        </p:txBody>
      </p:sp>
      <p:sp>
        <p:nvSpPr>
          <p:cNvPr id="184" name="Google Shape;184;p30"/>
          <p:cNvSpPr txBox="1"/>
          <p:nvPr/>
        </p:nvSpPr>
        <p:spPr>
          <a:xfrm>
            <a:off x="4673330" y="3238735"/>
            <a:ext cx="3636600" cy="26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 sz="1000">
                <a:solidFill>
                  <a:srgbClr val="C7243D"/>
                </a:solidFill>
                <a:latin typeface="Lato"/>
                <a:ea typeface="Lato"/>
                <a:cs typeface="Lato"/>
                <a:sym typeface="Lato"/>
              </a:rPr>
              <a:t>02    |</a:t>
            </a:r>
            <a:r>
              <a:rPr b="1" lang="en" sz="1000">
                <a:solidFill>
                  <a:srgbClr val="CCCCCC"/>
                </a:solidFill>
                <a:latin typeface="Lato"/>
                <a:ea typeface="Lato"/>
                <a:cs typeface="Lato"/>
                <a:sym typeface="Lato"/>
              </a:rPr>
              <a:t> </a:t>
            </a:r>
            <a:r>
              <a:rPr lang="en" sz="1000">
                <a:solidFill>
                  <a:srgbClr val="53C6A1"/>
                </a:solidFill>
                <a:latin typeface="Lato"/>
                <a:ea typeface="Lato"/>
                <a:cs typeface="Lato"/>
                <a:sym typeface="Lato"/>
              </a:rPr>
              <a:t> </a:t>
            </a:r>
            <a:r>
              <a:rPr lang="en" sz="1000">
                <a:solidFill>
                  <a:srgbClr val="000000"/>
                </a:solidFill>
                <a:latin typeface="Lato"/>
                <a:ea typeface="Lato"/>
                <a:cs typeface="Lato"/>
                <a:sym typeface="Lato"/>
              </a:rPr>
              <a:t>  Sed do eiusmod tempor incididunt ut labore</a:t>
            </a:r>
            <a:endParaRPr/>
          </a:p>
        </p:txBody>
      </p:sp>
      <p:sp>
        <p:nvSpPr>
          <p:cNvPr id="185" name="Google Shape;185;p30"/>
          <p:cNvSpPr txBox="1"/>
          <p:nvPr/>
        </p:nvSpPr>
        <p:spPr>
          <a:xfrm>
            <a:off x="4673330" y="3500035"/>
            <a:ext cx="3636600" cy="26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 sz="1000">
                <a:solidFill>
                  <a:srgbClr val="C7243D"/>
                </a:solidFill>
                <a:latin typeface="Lato"/>
                <a:ea typeface="Lato"/>
                <a:cs typeface="Lato"/>
                <a:sym typeface="Lato"/>
              </a:rPr>
              <a:t>03    |</a:t>
            </a:r>
            <a:r>
              <a:rPr b="1" lang="en" sz="1000">
                <a:solidFill>
                  <a:srgbClr val="CCCCCC"/>
                </a:solidFill>
                <a:latin typeface="Lato"/>
                <a:ea typeface="Lato"/>
                <a:cs typeface="Lato"/>
                <a:sym typeface="Lato"/>
              </a:rPr>
              <a:t> </a:t>
            </a:r>
            <a:r>
              <a:rPr lang="en" sz="1000">
                <a:solidFill>
                  <a:srgbClr val="000000"/>
                </a:solidFill>
                <a:latin typeface="Lato"/>
                <a:ea typeface="Lato"/>
                <a:cs typeface="Lato"/>
                <a:sym typeface="Lato"/>
              </a:rPr>
              <a:t>   Magna aliqua lorem ipsum dolor sit amet</a:t>
            </a:r>
            <a:endParaRPr/>
          </a:p>
        </p:txBody>
      </p:sp>
      <p:sp>
        <p:nvSpPr>
          <p:cNvPr id="186" name="Google Shape;186;p30"/>
          <p:cNvSpPr txBox="1"/>
          <p:nvPr/>
        </p:nvSpPr>
        <p:spPr>
          <a:xfrm>
            <a:off x="4673330" y="3761335"/>
            <a:ext cx="3636600" cy="26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 sz="1000">
                <a:solidFill>
                  <a:srgbClr val="C7243D"/>
                </a:solidFill>
                <a:latin typeface="Lato"/>
                <a:ea typeface="Lato"/>
                <a:cs typeface="Lato"/>
                <a:sym typeface="Lato"/>
              </a:rPr>
              <a:t>04</a:t>
            </a:r>
            <a:r>
              <a:rPr lang="en" sz="1000">
                <a:solidFill>
                  <a:srgbClr val="C7243D"/>
                </a:solidFill>
                <a:latin typeface="Lato"/>
                <a:ea typeface="Lato"/>
                <a:cs typeface="Lato"/>
                <a:sym typeface="Lato"/>
              </a:rPr>
              <a:t> </a:t>
            </a:r>
            <a:r>
              <a:rPr b="1" lang="en" sz="1000">
                <a:solidFill>
                  <a:srgbClr val="C7243D"/>
                </a:solidFill>
                <a:latin typeface="Lato"/>
                <a:ea typeface="Lato"/>
                <a:cs typeface="Lato"/>
                <a:sym typeface="Lato"/>
              </a:rPr>
              <a:t>    |</a:t>
            </a:r>
            <a:r>
              <a:rPr b="1" lang="en" sz="1000">
                <a:solidFill>
                  <a:srgbClr val="000000"/>
                </a:solidFill>
                <a:latin typeface="Lato"/>
                <a:ea typeface="Lato"/>
                <a:cs typeface="Lato"/>
                <a:sym typeface="Lato"/>
              </a:rPr>
              <a:t> </a:t>
            </a:r>
            <a:r>
              <a:rPr lang="en" sz="1000">
                <a:solidFill>
                  <a:srgbClr val="000000"/>
                </a:solidFill>
                <a:latin typeface="Lato"/>
                <a:ea typeface="Lato"/>
                <a:cs typeface="Lato"/>
                <a:sym typeface="Lato"/>
              </a:rPr>
              <a:t>  Eiusmod tempor incididunt ut labore et</a:t>
            </a:r>
            <a:endParaRPr sz="1000">
              <a:solidFill>
                <a:srgbClr val="000000"/>
              </a:solidFill>
              <a:latin typeface="Lato"/>
              <a:ea typeface="Lato"/>
              <a:cs typeface="Lato"/>
              <a:sym typeface="Lato"/>
            </a:endParaRPr>
          </a:p>
        </p:txBody>
      </p:sp>
      <p:sp>
        <p:nvSpPr>
          <p:cNvPr id="187" name="Google Shape;187;p30"/>
          <p:cNvSpPr txBox="1"/>
          <p:nvPr/>
        </p:nvSpPr>
        <p:spPr>
          <a:xfrm>
            <a:off x="4673330" y="4022635"/>
            <a:ext cx="3636600" cy="26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 sz="1000">
                <a:solidFill>
                  <a:srgbClr val="C7243D"/>
                </a:solidFill>
                <a:latin typeface="Lato"/>
                <a:ea typeface="Lato"/>
                <a:cs typeface="Lato"/>
                <a:sym typeface="Lato"/>
              </a:rPr>
              <a:t>05    |</a:t>
            </a:r>
            <a:r>
              <a:rPr b="1" lang="en" sz="1000">
                <a:solidFill>
                  <a:srgbClr val="1A9988"/>
                </a:solidFill>
                <a:latin typeface="Lato"/>
                <a:ea typeface="Lato"/>
                <a:cs typeface="Lato"/>
                <a:sym typeface="Lato"/>
              </a:rPr>
              <a:t> </a:t>
            </a:r>
            <a:r>
              <a:rPr lang="en" sz="1000">
                <a:solidFill>
                  <a:srgbClr val="53C6A1"/>
                </a:solidFill>
                <a:latin typeface="Lato"/>
                <a:ea typeface="Lato"/>
                <a:cs typeface="Lato"/>
                <a:sym typeface="Lato"/>
              </a:rPr>
              <a:t>   </a:t>
            </a:r>
            <a:r>
              <a:rPr lang="en" sz="1000">
                <a:solidFill>
                  <a:srgbClr val="000000"/>
                </a:solidFill>
                <a:latin typeface="Lato"/>
                <a:ea typeface="Lato"/>
                <a:cs typeface="Lato"/>
                <a:sym typeface="Lato"/>
              </a:rPr>
              <a:t>Dolore magna aliqua</a:t>
            </a:r>
            <a:endParaRPr/>
          </a:p>
        </p:txBody>
      </p:sp>
      <p:pic>
        <p:nvPicPr>
          <p:cNvPr id="188" name="Google Shape;188;p30"/>
          <p:cNvPicPr preferRelativeResize="0"/>
          <p:nvPr/>
        </p:nvPicPr>
        <p:blipFill>
          <a:blip r:embed="rId4">
            <a:alphaModFix/>
          </a:blip>
          <a:stretch>
            <a:fillRect/>
          </a:stretch>
        </p:blipFill>
        <p:spPr>
          <a:xfrm>
            <a:off x="7905575" y="930950"/>
            <a:ext cx="456225" cy="4562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grpSp>
        <p:nvGrpSpPr>
          <p:cNvPr id="193" name="Google Shape;193;p31"/>
          <p:cNvGrpSpPr/>
          <p:nvPr/>
        </p:nvGrpSpPr>
        <p:grpSpPr>
          <a:xfrm>
            <a:off x="0" y="-162740"/>
            <a:ext cx="9143818" cy="3667965"/>
            <a:chOff x="0" y="-85725"/>
            <a:chExt cx="4816592" cy="1932135"/>
          </a:xfrm>
        </p:grpSpPr>
        <p:sp>
          <p:nvSpPr>
            <p:cNvPr id="194" name="Google Shape;194;p31"/>
            <p:cNvSpPr/>
            <p:nvPr/>
          </p:nvSpPr>
          <p:spPr>
            <a:xfrm>
              <a:off x="0" y="0"/>
              <a:ext cx="4816592" cy="1846410"/>
            </a:xfrm>
            <a:custGeom>
              <a:rect b="b" l="l" r="r" t="t"/>
              <a:pathLst>
                <a:path extrusionOk="0" h="1846410" w="4816592">
                  <a:moveTo>
                    <a:pt x="0" y="0"/>
                  </a:moveTo>
                  <a:lnTo>
                    <a:pt x="4816592" y="0"/>
                  </a:lnTo>
                  <a:lnTo>
                    <a:pt x="4816592" y="1846410"/>
                  </a:lnTo>
                  <a:lnTo>
                    <a:pt x="0" y="1846410"/>
                  </a:lnTo>
                  <a:close/>
                </a:path>
              </a:pathLst>
            </a:custGeom>
            <a:solidFill>
              <a:srgbClr val="000000"/>
            </a:solidFill>
            <a:ln>
              <a:noFill/>
            </a:ln>
          </p:spPr>
        </p:sp>
        <p:sp>
          <p:nvSpPr>
            <p:cNvPr id="195" name="Google Shape;195;p31"/>
            <p:cNvSpPr txBox="1"/>
            <p:nvPr/>
          </p:nvSpPr>
          <p:spPr>
            <a:xfrm>
              <a:off x="0" y="-85725"/>
              <a:ext cx="4816500" cy="1932000"/>
            </a:xfrm>
            <a:prstGeom prst="rect">
              <a:avLst/>
            </a:prstGeom>
            <a:noFill/>
            <a:ln>
              <a:noFill/>
            </a:ln>
          </p:spPr>
          <p:txBody>
            <a:bodyPr anchorCtr="0" anchor="ctr" bIns="25400" lIns="25400" spcFirstLastPara="1" rIns="25400" wrap="square" tIns="25400">
              <a:noAutofit/>
            </a:bodyPr>
            <a:lstStyle/>
            <a:p>
              <a:pPr indent="0" lvl="0" marL="0" marR="0" rtl="0" algn="ctr">
                <a:lnSpc>
                  <a:spcPct val="165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96" name="Google Shape;196;p31"/>
          <p:cNvSpPr/>
          <p:nvPr/>
        </p:nvSpPr>
        <p:spPr>
          <a:xfrm>
            <a:off x="0" y="0"/>
            <a:ext cx="9144000" cy="3505293"/>
          </a:xfrm>
          <a:custGeom>
            <a:rect b="b" l="l" r="r" t="t"/>
            <a:pathLst>
              <a:path extrusionOk="0" h="7010587" w="18288000">
                <a:moveTo>
                  <a:pt x="0" y="0"/>
                </a:moveTo>
                <a:lnTo>
                  <a:pt x="18288000" y="0"/>
                </a:lnTo>
                <a:lnTo>
                  <a:pt x="18288000" y="7010587"/>
                </a:lnTo>
                <a:lnTo>
                  <a:pt x="0" y="7010587"/>
                </a:lnTo>
                <a:lnTo>
                  <a:pt x="0" y="0"/>
                </a:lnTo>
                <a:close/>
              </a:path>
            </a:pathLst>
          </a:custGeom>
          <a:blipFill rotWithShape="1">
            <a:blip r:embed="rId3">
              <a:alphaModFix amt="33000"/>
            </a:blip>
            <a:stretch>
              <a:fillRect b="-23359" l="0" r="0" t="-23369"/>
            </a:stretch>
          </a:blipFill>
          <a:ln>
            <a:noFill/>
          </a:ln>
        </p:spPr>
      </p:sp>
      <p:grpSp>
        <p:nvGrpSpPr>
          <p:cNvPr id="197" name="Google Shape;197;p31"/>
          <p:cNvGrpSpPr/>
          <p:nvPr/>
        </p:nvGrpSpPr>
        <p:grpSpPr>
          <a:xfrm>
            <a:off x="419425" y="176604"/>
            <a:ext cx="8344943" cy="4510659"/>
            <a:chOff x="0" y="-95250"/>
            <a:chExt cx="2292000" cy="983100"/>
          </a:xfrm>
        </p:grpSpPr>
        <p:sp>
          <p:nvSpPr>
            <p:cNvPr id="198" name="Google Shape;198;p31"/>
            <p:cNvSpPr/>
            <p:nvPr/>
          </p:nvSpPr>
          <p:spPr>
            <a:xfrm>
              <a:off x="0" y="0"/>
              <a:ext cx="2291870" cy="887850"/>
            </a:xfrm>
            <a:custGeom>
              <a:rect b="b" l="l" r="r" t="t"/>
              <a:pathLst>
                <a:path extrusionOk="0" h="887850" w="2291870">
                  <a:moveTo>
                    <a:pt x="45374" y="0"/>
                  </a:moveTo>
                  <a:lnTo>
                    <a:pt x="2246496" y="0"/>
                  </a:lnTo>
                  <a:cubicBezTo>
                    <a:pt x="2271555" y="0"/>
                    <a:pt x="2291870" y="20314"/>
                    <a:pt x="2291870" y="45374"/>
                  </a:cubicBezTo>
                  <a:lnTo>
                    <a:pt x="2291870" y="842477"/>
                  </a:lnTo>
                  <a:cubicBezTo>
                    <a:pt x="2291870" y="867536"/>
                    <a:pt x="2271555" y="887850"/>
                    <a:pt x="2246496" y="887850"/>
                  </a:cubicBezTo>
                  <a:lnTo>
                    <a:pt x="45374" y="887850"/>
                  </a:lnTo>
                  <a:cubicBezTo>
                    <a:pt x="20314" y="887850"/>
                    <a:pt x="0" y="867536"/>
                    <a:pt x="0" y="842477"/>
                  </a:cubicBezTo>
                  <a:lnTo>
                    <a:pt x="0" y="45374"/>
                  </a:lnTo>
                  <a:cubicBezTo>
                    <a:pt x="0" y="20314"/>
                    <a:pt x="20314" y="0"/>
                    <a:pt x="45374" y="0"/>
                  </a:cubicBezTo>
                  <a:close/>
                </a:path>
              </a:pathLst>
            </a:custGeom>
            <a:solidFill>
              <a:srgbClr val="C7243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9" name="Google Shape;199;p31"/>
            <p:cNvSpPr txBox="1"/>
            <p:nvPr/>
          </p:nvSpPr>
          <p:spPr>
            <a:xfrm>
              <a:off x="0" y="-95250"/>
              <a:ext cx="2292000" cy="983100"/>
            </a:xfrm>
            <a:prstGeom prst="rect">
              <a:avLst/>
            </a:prstGeom>
            <a:noFill/>
            <a:ln>
              <a:noFill/>
            </a:ln>
          </p:spPr>
          <p:txBody>
            <a:bodyPr anchorCtr="0" anchor="ctr" bIns="25400" lIns="25400" spcFirstLastPara="1" rIns="25400" wrap="square" tIns="25400">
              <a:noAutofit/>
            </a:bodyPr>
            <a:lstStyle/>
            <a:p>
              <a:pPr indent="0" lvl="0" marL="0" marR="0" rtl="0" algn="ctr">
                <a:lnSpc>
                  <a:spcPct val="183333"/>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00" name="Google Shape;200;p31"/>
          <p:cNvSpPr txBox="1"/>
          <p:nvPr/>
        </p:nvSpPr>
        <p:spPr>
          <a:xfrm>
            <a:off x="727563" y="1007100"/>
            <a:ext cx="7688700" cy="53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lt1"/>
                </a:solidFill>
                <a:latin typeface="Raleway"/>
                <a:ea typeface="Raleway"/>
                <a:cs typeface="Raleway"/>
                <a:sym typeface="Raleway"/>
              </a:rPr>
              <a:t>Dependencies and Showstopper</a:t>
            </a:r>
            <a:endParaRPr b="1" sz="2600">
              <a:solidFill>
                <a:schemeClr val="lt1"/>
              </a:solidFill>
              <a:latin typeface="Raleway"/>
              <a:ea typeface="Raleway"/>
              <a:cs typeface="Raleway"/>
              <a:sym typeface="Raleway"/>
            </a:endParaRPr>
          </a:p>
        </p:txBody>
      </p:sp>
      <p:sp>
        <p:nvSpPr>
          <p:cNvPr id="201" name="Google Shape;201;p31"/>
          <p:cNvSpPr/>
          <p:nvPr/>
        </p:nvSpPr>
        <p:spPr>
          <a:xfrm>
            <a:off x="1398902" y="1870125"/>
            <a:ext cx="328800" cy="328800"/>
          </a:xfrm>
          <a:prstGeom prst="ellipse">
            <a:avLst/>
          </a:prstGeom>
          <a:solidFill>
            <a:srgbClr val="F646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rgbClr val="FFFFFF"/>
                </a:solidFill>
              </a:rPr>
              <a:t>1</a:t>
            </a:r>
            <a:endParaRPr b="1" sz="800">
              <a:solidFill>
                <a:srgbClr val="FFFFFF"/>
              </a:solidFill>
            </a:endParaRPr>
          </a:p>
        </p:txBody>
      </p:sp>
      <p:sp>
        <p:nvSpPr>
          <p:cNvPr id="202" name="Google Shape;202;p31"/>
          <p:cNvSpPr txBox="1"/>
          <p:nvPr/>
        </p:nvSpPr>
        <p:spPr>
          <a:xfrm>
            <a:off x="1845803" y="1762225"/>
            <a:ext cx="2832900" cy="1051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1600"/>
              </a:spcAft>
              <a:buNone/>
            </a:pPr>
            <a:r>
              <a:rPr lang="en" sz="1100">
                <a:solidFill>
                  <a:schemeClr val="lt1"/>
                </a:solidFill>
                <a:latin typeface="Lato"/>
                <a:ea typeface="Lato"/>
                <a:cs typeface="Lato"/>
                <a:sym typeface="Lato"/>
              </a:rPr>
              <a:t>Lorem ipsum dolor sit amet, consectetur adipiscing elit. Sed do eiusmod tempor incididunt ut labore et dolore magna nec. Lorem ipsum dolor sit amet, consectetur adipiscing elit.</a:t>
            </a:r>
            <a:endParaRPr sz="1100">
              <a:solidFill>
                <a:schemeClr val="lt1"/>
              </a:solidFill>
              <a:latin typeface="Lato"/>
              <a:ea typeface="Lato"/>
              <a:cs typeface="Lato"/>
              <a:sym typeface="Lato"/>
            </a:endParaRPr>
          </a:p>
        </p:txBody>
      </p:sp>
      <p:sp>
        <p:nvSpPr>
          <p:cNvPr id="203" name="Google Shape;203;p31"/>
          <p:cNvSpPr/>
          <p:nvPr/>
        </p:nvSpPr>
        <p:spPr>
          <a:xfrm>
            <a:off x="1398902" y="3092525"/>
            <a:ext cx="328800" cy="328800"/>
          </a:xfrm>
          <a:prstGeom prst="ellipse">
            <a:avLst/>
          </a:prstGeom>
          <a:solidFill>
            <a:srgbClr val="F646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rgbClr val="FFFFFF"/>
                </a:solidFill>
              </a:rPr>
              <a:t>2</a:t>
            </a:r>
            <a:endParaRPr b="1" sz="800">
              <a:solidFill>
                <a:srgbClr val="FFFFFF"/>
              </a:solidFill>
            </a:endParaRPr>
          </a:p>
        </p:txBody>
      </p:sp>
      <p:sp>
        <p:nvSpPr>
          <p:cNvPr id="204" name="Google Shape;204;p31"/>
          <p:cNvSpPr txBox="1"/>
          <p:nvPr/>
        </p:nvSpPr>
        <p:spPr>
          <a:xfrm>
            <a:off x="1845803" y="2996350"/>
            <a:ext cx="2832900" cy="1051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1600"/>
              </a:spcAft>
              <a:buNone/>
            </a:pPr>
            <a:r>
              <a:rPr lang="en" sz="1100">
                <a:solidFill>
                  <a:schemeClr val="lt1"/>
                </a:solidFill>
                <a:latin typeface="Lato"/>
                <a:ea typeface="Lato"/>
                <a:cs typeface="Lato"/>
                <a:sym typeface="Lato"/>
              </a:rPr>
              <a:t>Lorem ipsum dolor sit amet, consectetur adipiscing elit. Sed do eiusmod tempor incididunt ut labore et dolore magna nec. Lorem ipsum dolor sit amet, consectetur adipiscing elit.</a:t>
            </a:r>
            <a:endParaRPr sz="1100">
              <a:solidFill>
                <a:schemeClr val="lt1"/>
              </a:solidFill>
              <a:latin typeface="Lato"/>
              <a:ea typeface="Lato"/>
              <a:cs typeface="Lato"/>
              <a:sym typeface="Lato"/>
            </a:endParaRPr>
          </a:p>
        </p:txBody>
      </p:sp>
      <p:sp>
        <p:nvSpPr>
          <p:cNvPr id="205" name="Google Shape;205;p31"/>
          <p:cNvSpPr/>
          <p:nvPr/>
        </p:nvSpPr>
        <p:spPr>
          <a:xfrm>
            <a:off x="5088921" y="1870125"/>
            <a:ext cx="328800" cy="328800"/>
          </a:xfrm>
          <a:prstGeom prst="ellipse">
            <a:avLst/>
          </a:prstGeom>
          <a:solidFill>
            <a:srgbClr val="F646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rgbClr val="FFFFFF"/>
                </a:solidFill>
              </a:rPr>
              <a:t>3</a:t>
            </a:r>
            <a:endParaRPr b="1" sz="800">
              <a:solidFill>
                <a:srgbClr val="FFFFFF"/>
              </a:solidFill>
            </a:endParaRPr>
          </a:p>
        </p:txBody>
      </p:sp>
      <p:sp>
        <p:nvSpPr>
          <p:cNvPr id="206" name="Google Shape;206;p31"/>
          <p:cNvSpPr txBox="1"/>
          <p:nvPr/>
        </p:nvSpPr>
        <p:spPr>
          <a:xfrm>
            <a:off x="5534225" y="1762225"/>
            <a:ext cx="2832900" cy="1051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1600"/>
              </a:spcAft>
              <a:buNone/>
            </a:pPr>
            <a:r>
              <a:rPr lang="en" sz="1100">
                <a:solidFill>
                  <a:schemeClr val="lt1"/>
                </a:solidFill>
                <a:latin typeface="Lato"/>
                <a:ea typeface="Lato"/>
                <a:cs typeface="Lato"/>
                <a:sym typeface="Lato"/>
              </a:rPr>
              <a:t>Lorem ipsum dolor sit amet, consectetur adipiscing elit. Sed do eiusmod tempor incididunt ut labore et dolore magna nec. Lorem ipsum dolor sit amet, consectetur adipiscing elit.</a:t>
            </a:r>
            <a:endParaRPr sz="1100">
              <a:solidFill>
                <a:schemeClr val="lt1"/>
              </a:solidFill>
              <a:latin typeface="Lato"/>
              <a:ea typeface="Lato"/>
              <a:cs typeface="Lato"/>
              <a:sym typeface="Lato"/>
            </a:endParaRPr>
          </a:p>
        </p:txBody>
      </p:sp>
      <p:sp>
        <p:nvSpPr>
          <p:cNvPr id="207" name="Google Shape;207;p31"/>
          <p:cNvSpPr/>
          <p:nvPr/>
        </p:nvSpPr>
        <p:spPr>
          <a:xfrm>
            <a:off x="5088921" y="3092525"/>
            <a:ext cx="328800" cy="328800"/>
          </a:xfrm>
          <a:prstGeom prst="ellipse">
            <a:avLst/>
          </a:prstGeom>
          <a:solidFill>
            <a:srgbClr val="F646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rgbClr val="FFFFFF"/>
                </a:solidFill>
              </a:rPr>
              <a:t>4</a:t>
            </a:r>
            <a:endParaRPr b="1" sz="800">
              <a:solidFill>
                <a:srgbClr val="FFFFFF"/>
              </a:solidFill>
            </a:endParaRPr>
          </a:p>
        </p:txBody>
      </p:sp>
      <p:sp>
        <p:nvSpPr>
          <p:cNvPr id="208" name="Google Shape;208;p31"/>
          <p:cNvSpPr txBox="1"/>
          <p:nvPr/>
        </p:nvSpPr>
        <p:spPr>
          <a:xfrm>
            <a:off x="5534225" y="2996350"/>
            <a:ext cx="2832900" cy="1051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1600"/>
              </a:spcAft>
              <a:buNone/>
            </a:pPr>
            <a:r>
              <a:rPr lang="en" sz="1100">
                <a:solidFill>
                  <a:schemeClr val="lt1"/>
                </a:solidFill>
                <a:latin typeface="Lato"/>
                <a:ea typeface="Lato"/>
                <a:cs typeface="Lato"/>
                <a:sym typeface="Lato"/>
              </a:rPr>
              <a:t>Lorem ipsum dolor sit amet, consectetur adipiscing elit. Sed do eiusmod tempor incididunt ut labore et dolore magna nec. Lorem ipsum dolor sit amet, consectetur adipiscing elit.</a:t>
            </a:r>
            <a:endParaRPr sz="1100">
              <a:solidFill>
                <a:schemeClr val="lt1"/>
              </a:solidFill>
              <a:latin typeface="Lato"/>
              <a:ea typeface="Lato"/>
              <a:cs typeface="Lato"/>
              <a:sym typeface="Lato"/>
            </a:endParaRPr>
          </a:p>
        </p:txBody>
      </p:sp>
      <p:pic>
        <p:nvPicPr>
          <p:cNvPr id="209" name="Google Shape;209;p31"/>
          <p:cNvPicPr preferRelativeResize="0"/>
          <p:nvPr/>
        </p:nvPicPr>
        <p:blipFill>
          <a:blip r:embed="rId4">
            <a:alphaModFix/>
          </a:blip>
          <a:stretch>
            <a:fillRect/>
          </a:stretch>
        </p:blipFill>
        <p:spPr>
          <a:xfrm>
            <a:off x="7905575" y="930950"/>
            <a:ext cx="456225" cy="4562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32"/>
          <p:cNvPicPr preferRelativeResize="0"/>
          <p:nvPr/>
        </p:nvPicPr>
        <p:blipFill rotWithShape="1">
          <a:blip r:embed="rId3">
            <a:alphaModFix/>
          </a:blip>
          <a:srcRect b="0" l="0" r="0" t="0"/>
          <a:stretch/>
        </p:blipFill>
        <p:spPr>
          <a:xfrm>
            <a:off x="0" y="1"/>
            <a:ext cx="9144000" cy="5143499"/>
          </a:xfrm>
          <a:custGeom>
            <a:rect b="b" l="l" r="r" t="t"/>
            <a:pathLst>
              <a:path extrusionOk="0" h="6857998" w="12192000">
                <a:moveTo>
                  <a:pt x="0" y="0"/>
                </a:moveTo>
                <a:lnTo>
                  <a:pt x="12192000" y="0"/>
                </a:lnTo>
                <a:lnTo>
                  <a:pt x="12192000" y="6857998"/>
                </a:lnTo>
                <a:lnTo>
                  <a:pt x="0" y="6857998"/>
                </a:lnTo>
                <a:close/>
              </a:path>
            </a:pathLst>
          </a:custGeom>
          <a:noFill/>
          <a:ln>
            <a:noFill/>
          </a:ln>
        </p:spPr>
      </p:pic>
      <p:sp>
        <p:nvSpPr>
          <p:cNvPr id="215" name="Google Shape;215;p32"/>
          <p:cNvSpPr/>
          <p:nvPr/>
        </p:nvSpPr>
        <p:spPr>
          <a:xfrm>
            <a:off x="0" y="0"/>
            <a:ext cx="9144000" cy="4871400"/>
          </a:xfrm>
          <a:prstGeom prst="rect">
            <a:avLst/>
          </a:prstGeom>
          <a:solidFill>
            <a:srgbClr val="C7243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6" name="Google Shape;216;p32"/>
          <p:cNvSpPr txBox="1"/>
          <p:nvPr/>
        </p:nvSpPr>
        <p:spPr>
          <a:xfrm>
            <a:off x="537447" y="1895924"/>
            <a:ext cx="8069100" cy="8313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b="0" i="0" lang="en" sz="900" u="none" cap="none" strike="noStrike">
                <a:solidFill>
                  <a:schemeClr val="lt2"/>
                </a:solidFill>
                <a:latin typeface="Arial"/>
                <a:ea typeface="Arial"/>
                <a:cs typeface="Arial"/>
                <a:sym typeface="Arial"/>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 Lorem Ipsum is simply dummy</a:t>
            </a:r>
            <a:endParaRPr b="0" i="0" sz="900" u="none" cap="none" strike="noStrike">
              <a:solidFill>
                <a:schemeClr val="lt2"/>
              </a:solidFill>
              <a:latin typeface="Arial"/>
              <a:ea typeface="Arial"/>
              <a:cs typeface="Arial"/>
              <a:sym typeface="Arial"/>
            </a:endParaRPr>
          </a:p>
        </p:txBody>
      </p:sp>
      <p:sp>
        <p:nvSpPr>
          <p:cNvPr id="217" name="Google Shape;217;p32"/>
          <p:cNvSpPr txBox="1"/>
          <p:nvPr/>
        </p:nvSpPr>
        <p:spPr>
          <a:xfrm>
            <a:off x="537478" y="965425"/>
            <a:ext cx="3553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3200">
                <a:solidFill>
                  <a:schemeClr val="lt2"/>
                </a:solidFill>
                <a:latin typeface="Poppins SemiBold"/>
                <a:ea typeface="Poppins SemiBold"/>
                <a:cs typeface="Poppins SemiBold"/>
                <a:sym typeface="Poppins SemiBold"/>
              </a:rPr>
              <a:t>Additional Info</a:t>
            </a:r>
            <a:endParaRPr b="1" sz="3200">
              <a:solidFill>
                <a:schemeClr val="lt2"/>
              </a:solidFill>
              <a:latin typeface="Poppins SemiBold"/>
              <a:ea typeface="Poppins SemiBold"/>
              <a:cs typeface="Poppins SemiBold"/>
              <a:sym typeface="Poppins SemiBold"/>
            </a:endParaRPr>
          </a:p>
        </p:txBody>
      </p:sp>
      <p:sp>
        <p:nvSpPr>
          <p:cNvPr id="218" name="Google Shape;218;p32"/>
          <p:cNvSpPr txBox="1"/>
          <p:nvPr/>
        </p:nvSpPr>
        <p:spPr>
          <a:xfrm>
            <a:off x="537472" y="1490514"/>
            <a:ext cx="38598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rgbClr val="000000"/>
              </a:buClr>
              <a:buFont typeface="Arial"/>
              <a:buNone/>
            </a:pPr>
            <a:r>
              <a:rPr b="1" lang="en" sz="1800">
                <a:solidFill>
                  <a:schemeClr val="lt2"/>
                </a:solidFill>
                <a:latin typeface="Poppins SemiBold"/>
                <a:ea typeface="Poppins SemiBold"/>
                <a:cs typeface="Poppins SemiBold"/>
                <a:sym typeface="Poppins SemiBold"/>
              </a:rPr>
              <a:t>(optional)</a:t>
            </a:r>
            <a:endParaRPr sz="1100"/>
          </a:p>
        </p:txBody>
      </p:sp>
      <p:grpSp>
        <p:nvGrpSpPr>
          <p:cNvPr id="219" name="Google Shape;219;p32"/>
          <p:cNvGrpSpPr/>
          <p:nvPr/>
        </p:nvGrpSpPr>
        <p:grpSpPr>
          <a:xfrm>
            <a:off x="232829" y="3224106"/>
            <a:ext cx="1734300" cy="1038044"/>
            <a:chOff x="310439" y="4298808"/>
            <a:chExt cx="2312400" cy="1384058"/>
          </a:xfrm>
        </p:grpSpPr>
        <p:sp>
          <p:nvSpPr>
            <p:cNvPr id="220" name="Google Shape;220;p32"/>
            <p:cNvSpPr txBox="1"/>
            <p:nvPr/>
          </p:nvSpPr>
          <p:spPr>
            <a:xfrm>
              <a:off x="310439" y="4298808"/>
              <a:ext cx="2312400" cy="10158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4500">
                  <a:solidFill>
                    <a:schemeClr val="lt2"/>
                  </a:solidFill>
                  <a:latin typeface="Arial"/>
                  <a:ea typeface="Arial"/>
                  <a:cs typeface="Arial"/>
                  <a:sym typeface="Arial"/>
                </a:rPr>
                <a:t>850</a:t>
              </a:r>
              <a:endParaRPr sz="1100"/>
            </a:p>
          </p:txBody>
        </p:sp>
        <p:sp>
          <p:nvSpPr>
            <p:cNvPr id="221" name="Google Shape;221;p32"/>
            <p:cNvSpPr txBox="1"/>
            <p:nvPr/>
          </p:nvSpPr>
          <p:spPr>
            <a:xfrm>
              <a:off x="683808" y="5405966"/>
              <a:ext cx="1565400" cy="276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900">
                  <a:solidFill>
                    <a:schemeClr val="lt2"/>
                  </a:solidFill>
                  <a:latin typeface="Arial"/>
                  <a:ea typeface="Arial"/>
                  <a:cs typeface="Arial"/>
                  <a:sym typeface="Arial"/>
                </a:rPr>
                <a:t>Lorem Ipsum </a:t>
              </a:r>
              <a:endParaRPr b="1" sz="900">
                <a:solidFill>
                  <a:schemeClr val="dk1"/>
                </a:solidFill>
                <a:latin typeface="Arial"/>
                <a:ea typeface="Arial"/>
                <a:cs typeface="Arial"/>
                <a:sym typeface="Arial"/>
              </a:endParaRPr>
            </a:p>
          </p:txBody>
        </p:sp>
      </p:grpSp>
      <p:grpSp>
        <p:nvGrpSpPr>
          <p:cNvPr id="222" name="Google Shape;222;p32"/>
          <p:cNvGrpSpPr/>
          <p:nvPr/>
        </p:nvGrpSpPr>
        <p:grpSpPr>
          <a:xfrm>
            <a:off x="2547542" y="3224106"/>
            <a:ext cx="1734300" cy="1038044"/>
            <a:chOff x="3499952" y="4298808"/>
            <a:chExt cx="2312400" cy="1384058"/>
          </a:xfrm>
        </p:grpSpPr>
        <p:sp>
          <p:nvSpPr>
            <p:cNvPr id="223" name="Google Shape;223;p32"/>
            <p:cNvSpPr txBox="1"/>
            <p:nvPr/>
          </p:nvSpPr>
          <p:spPr>
            <a:xfrm>
              <a:off x="3499952" y="4298808"/>
              <a:ext cx="2312400" cy="10158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4500">
                  <a:solidFill>
                    <a:schemeClr val="lt2"/>
                  </a:solidFill>
                  <a:latin typeface="Arial"/>
                  <a:ea typeface="Arial"/>
                  <a:cs typeface="Arial"/>
                  <a:sym typeface="Arial"/>
                </a:rPr>
                <a:t>350</a:t>
              </a:r>
              <a:endParaRPr sz="1100"/>
            </a:p>
          </p:txBody>
        </p:sp>
        <p:sp>
          <p:nvSpPr>
            <p:cNvPr id="224" name="Google Shape;224;p32"/>
            <p:cNvSpPr txBox="1"/>
            <p:nvPr/>
          </p:nvSpPr>
          <p:spPr>
            <a:xfrm>
              <a:off x="3873321" y="5405966"/>
              <a:ext cx="1565400" cy="276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900">
                  <a:solidFill>
                    <a:schemeClr val="lt2"/>
                  </a:solidFill>
                  <a:latin typeface="Arial"/>
                  <a:ea typeface="Arial"/>
                  <a:cs typeface="Arial"/>
                  <a:sym typeface="Arial"/>
                </a:rPr>
                <a:t>Lorem Ipsum </a:t>
              </a:r>
              <a:endParaRPr b="1" sz="900">
                <a:solidFill>
                  <a:schemeClr val="dk1"/>
                </a:solidFill>
                <a:latin typeface="Arial"/>
                <a:ea typeface="Arial"/>
                <a:cs typeface="Arial"/>
                <a:sym typeface="Arial"/>
              </a:endParaRPr>
            </a:p>
          </p:txBody>
        </p:sp>
      </p:grpSp>
      <p:grpSp>
        <p:nvGrpSpPr>
          <p:cNvPr id="225" name="Google Shape;225;p32"/>
          <p:cNvGrpSpPr/>
          <p:nvPr/>
        </p:nvGrpSpPr>
        <p:grpSpPr>
          <a:xfrm>
            <a:off x="4862254" y="3224106"/>
            <a:ext cx="1734300" cy="1038044"/>
            <a:chOff x="6379774" y="4298808"/>
            <a:chExt cx="2312400" cy="1384058"/>
          </a:xfrm>
        </p:grpSpPr>
        <p:sp>
          <p:nvSpPr>
            <p:cNvPr id="226" name="Google Shape;226;p32"/>
            <p:cNvSpPr txBox="1"/>
            <p:nvPr/>
          </p:nvSpPr>
          <p:spPr>
            <a:xfrm>
              <a:off x="6379774" y="4298808"/>
              <a:ext cx="2312400" cy="10158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4500">
                  <a:solidFill>
                    <a:schemeClr val="lt2"/>
                  </a:solidFill>
                  <a:latin typeface="Arial"/>
                  <a:ea typeface="Arial"/>
                  <a:cs typeface="Arial"/>
                  <a:sym typeface="Arial"/>
                </a:rPr>
                <a:t>200</a:t>
              </a:r>
              <a:endParaRPr sz="1100"/>
            </a:p>
          </p:txBody>
        </p:sp>
        <p:sp>
          <p:nvSpPr>
            <p:cNvPr id="227" name="Google Shape;227;p32"/>
            <p:cNvSpPr txBox="1"/>
            <p:nvPr/>
          </p:nvSpPr>
          <p:spPr>
            <a:xfrm>
              <a:off x="6753143" y="5405966"/>
              <a:ext cx="1565400" cy="276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900">
                  <a:solidFill>
                    <a:schemeClr val="lt2"/>
                  </a:solidFill>
                  <a:latin typeface="Arial"/>
                  <a:ea typeface="Arial"/>
                  <a:cs typeface="Arial"/>
                  <a:sym typeface="Arial"/>
                </a:rPr>
                <a:t>Lorem Ipsum </a:t>
              </a:r>
              <a:endParaRPr b="1" sz="900">
                <a:solidFill>
                  <a:schemeClr val="dk1"/>
                </a:solidFill>
                <a:latin typeface="Arial"/>
                <a:ea typeface="Arial"/>
                <a:cs typeface="Arial"/>
                <a:sym typeface="Arial"/>
              </a:endParaRPr>
            </a:p>
          </p:txBody>
        </p:sp>
      </p:grpSp>
      <p:grpSp>
        <p:nvGrpSpPr>
          <p:cNvPr id="228" name="Google Shape;228;p32"/>
          <p:cNvGrpSpPr/>
          <p:nvPr/>
        </p:nvGrpSpPr>
        <p:grpSpPr>
          <a:xfrm>
            <a:off x="7176965" y="3224106"/>
            <a:ext cx="1734300" cy="1038044"/>
            <a:chOff x="9259597" y="4298808"/>
            <a:chExt cx="2312400" cy="1384058"/>
          </a:xfrm>
        </p:grpSpPr>
        <p:sp>
          <p:nvSpPr>
            <p:cNvPr id="229" name="Google Shape;229;p32"/>
            <p:cNvSpPr txBox="1"/>
            <p:nvPr/>
          </p:nvSpPr>
          <p:spPr>
            <a:xfrm>
              <a:off x="9259597" y="4298808"/>
              <a:ext cx="2312400" cy="10158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4500">
                  <a:solidFill>
                    <a:schemeClr val="lt2"/>
                  </a:solidFill>
                  <a:latin typeface="Arial"/>
                  <a:ea typeface="Arial"/>
                  <a:cs typeface="Arial"/>
                  <a:sym typeface="Arial"/>
                </a:rPr>
                <a:t>650</a:t>
              </a:r>
              <a:endParaRPr sz="1100"/>
            </a:p>
          </p:txBody>
        </p:sp>
        <p:sp>
          <p:nvSpPr>
            <p:cNvPr id="230" name="Google Shape;230;p32"/>
            <p:cNvSpPr txBox="1"/>
            <p:nvPr/>
          </p:nvSpPr>
          <p:spPr>
            <a:xfrm>
              <a:off x="9632965" y="5405966"/>
              <a:ext cx="1565400" cy="276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900">
                  <a:solidFill>
                    <a:schemeClr val="lt2"/>
                  </a:solidFill>
                  <a:latin typeface="Arial"/>
                  <a:ea typeface="Arial"/>
                  <a:cs typeface="Arial"/>
                  <a:sym typeface="Arial"/>
                </a:rPr>
                <a:t>Lorem Ipsum </a:t>
              </a:r>
              <a:endParaRPr b="1" sz="900">
                <a:solidFill>
                  <a:schemeClr val="dk1"/>
                </a:solidFill>
                <a:latin typeface="Arial"/>
                <a:ea typeface="Arial"/>
                <a:cs typeface="Arial"/>
                <a:sym typeface="Arial"/>
              </a:endParaRPr>
            </a:p>
          </p:txBody>
        </p:sp>
      </p:grpSp>
      <p:cxnSp>
        <p:nvCxnSpPr>
          <p:cNvPr id="231" name="Google Shape;231;p32"/>
          <p:cNvCxnSpPr/>
          <p:nvPr/>
        </p:nvCxnSpPr>
        <p:spPr>
          <a:xfrm>
            <a:off x="2257288" y="3337065"/>
            <a:ext cx="0" cy="717300"/>
          </a:xfrm>
          <a:prstGeom prst="straightConnector1">
            <a:avLst/>
          </a:prstGeom>
          <a:noFill/>
          <a:ln cap="flat" cmpd="sng" w="9525">
            <a:solidFill>
              <a:schemeClr val="lt2"/>
            </a:solidFill>
            <a:prstDash val="solid"/>
            <a:miter lim="800000"/>
            <a:headEnd len="sm" w="sm" type="none"/>
            <a:tailEnd len="sm" w="sm" type="none"/>
          </a:ln>
        </p:spPr>
      </p:cxnSp>
      <p:cxnSp>
        <p:nvCxnSpPr>
          <p:cNvPr id="232" name="Google Shape;232;p32"/>
          <p:cNvCxnSpPr/>
          <p:nvPr/>
        </p:nvCxnSpPr>
        <p:spPr>
          <a:xfrm>
            <a:off x="4572000" y="3337065"/>
            <a:ext cx="0" cy="717300"/>
          </a:xfrm>
          <a:prstGeom prst="straightConnector1">
            <a:avLst/>
          </a:prstGeom>
          <a:noFill/>
          <a:ln cap="flat" cmpd="sng" w="9525">
            <a:solidFill>
              <a:schemeClr val="lt2"/>
            </a:solidFill>
            <a:prstDash val="solid"/>
            <a:miter lim="800000"/>
            <a:headEnd len="sm" w="sm" type="none"/>
            <a:tailEnd len="sm" w="sm" type="none"/>
          </a:ln>
        </p:spPr>
      </p:cxnSp>
      <p:cxnSp>
        <p:nvCxnSpPr>
          <p:cNvPr id="233" name="Google Shape;233;p32"/>
          <p:cNvCxnSpPr/>
          <p:nvPr/>
        </p:nvCxnSpPr>
        <p:spPr>
          <a:xfrm>
            <a:off x="6886712" y="3337065"/>
            <a:ext cx="0" cy="717300"/>
          </a:xfrm>
          <a:prstGeom prst="straightConnector1">
            <a:avLst/>
          </a:prstGeom>
          <a:noFill/>
          <a:ln cap="flat" cmpd="sng" w="9525">
            <a:solidFill>
              <a:schemeClr val="lt2"/>
            </a:solidFill>
            <a:prstDash val="solid"/>
            <a:miter lim="800000"/>
            <a:headEnd len="sm" w="sm" type="none"/>
            <a:tailEnd len="sm" w="sm" type="none"/>
          </a:ln>
        </p:spPr>
      </p:cxnSp>
      <p:pic>
        <p:nvPicPr>
          <p:cNvPr id="234" name="Google Shape;234;p32"/>
          <p:cNvPicPr preferRelativeResize="0"/>
          <p:nvPr/>
        </p:nvPicPr>
        <p:blipFill>
          <a:blip r:embed="rId4">
            <a:alphaModFix/>
          </a:blip>
          <a:stretch>
            <a:fillRect/>
          </a:stretch>
        </p:blipFill>
        <p:spPr>
          <a:xfrm>
            <a:off x="7905575" y="930950"/>
            <a:ext cx="456225" cy="456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8" name="Shape 238"/>
        <p:cNvGrpSpPr/>
        <p:nvPr/>
      </p:nvGrpSpPr>
      <p:grpSpPr>
        <a:xfrm>
          <a:off x="0" y="0"/>
          <a:ext cx="0" cy="0"/>
          <a:chOff x="0" y="0"/>
          <a:chExt cx="0" cy="0"/>
        </a:xfrm>
      </p:grpSpPr>
      <p:sp>
        <p:nvSpPr>
          <p:cNvPr id="239" name="Google Shape;239;p33"/>
          <p:cNvSpPr/>
          <p:nvPr/>
        </p:nvSpPr>
        <p:spPr>
          <a:xfrm>
            <a:off x="7350" y="14725"/>
            <a:ext cx="9144000" cy="52308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0" name="Google Shape;240;p33"/>
          <p:cNvSpPr/>
          <p:nvPr/>
        </p:nvSpPr>
        <p:spPr>
          <a:xfrm>
            <a:off x="18525" y="14725"/>
            <a:ext cx="9144000" cy="5310520"/>
          </a:xfrm>
          <a:custGeom>
            <a:rect b="b" l="l" r="r" t="t"/>
            <a:pathLst>
              <a:path extrusionOk="0" h="7010587" w="18288000">
                <a:moveTo>
                  <a:pt x="0" y="0"/>
                </a:moveTo>
                <a:lnTo>
                  <a:pt x="18288000" y="0"/>
                </a:lnTo>
                <a:lnTo>
                  <a:pt x="18288000" y="7010587"/>
                </a:lnTo>
                <a:lnTo>
                  <a:pt x="0" y="7010587"/>
                </a:lnTo>
                <a:lnTo>
                  <a:pt x="0" y="0"/>
                </a:lnTo>
                <a:close/>
              </a:path>
            </a:pathLst>
          </a:custGeom>
          <a:blipFill rotWithShape="1">
            <a:blip r:embed="rId3">
              <a:alphaModFix amt="33000"/>
            </a:blip>
            <a:stretch>
              <a:fillRect b="-23359" l="0" r="0" t="-23369"/>
            </a:stretch>
          </a:blipFill>
          <a:ln>
            <a:noFill/>
          </a:ln>
        </p:spPr>
      </p:sp>
      <p:pic>
        <p:nvPicPr>
          <p:cNvPr id="241" name="Google Shape;241;p33"/>
          <p:cNvPicPr preferRelativeResize="0"/>
          <p:nvPr/>
        </p:nvPicPr>
        <p:blipFill rotWithShape="1">
          <a:blip r:embed="rId4">
            <a:alphaModFix/>
          </a:blip>
          <a:srcRect b="29503" l="33038" r="33038" t="29507"/>
          <a:stretch/>
        </p:blipFill>
        <p:spPr>
          <a:xfrm>
            <a:off x="5682684" y="2650675"/>
            <a:ext cx="3102086" cy="2108255"/>
          </a:xfrm>
          <a:custGeom>
            <a:rect b="b" l="l" r="r" t="t"/>
            <a:pathLst>
              <a:path extrusionOk="0" h="2811007" w="4136115">
                <a:moveTo>
                  <a:pt x="217207" y="0"/>
                </a:moveTo>
                <a:lnTo>
                  <a:pt x="3918908" y="0"/>
                </a:lnTo>
                <a:cubicBezTo>
                  <a:pt x="4038868" y="0"/>
                  <a:pt x="4136115" y="97247"/>
                  <a:pt x="4136115" y="217207"/>
                </a:cubicBezTo>
                <a:lnTo>
                  <a:pt x="4136115" y="2593800"/>
                </a:lnTo>
                <a:cubicBezTo>
                  <a:pt x="4136115" y="2713760"/>
                  <a:pt x="4038868" y="2811007"/>
                  <a:pt x="3918908" y="2811007"/>
                </a:cubicBezTo>
                <a:lnTo>
                  <a:pt x="217207" y="2811007"/>
                </a:lnTo>
                <a:cubicBezTo>
                  <a:pt x="97247" y="2811007"/>
                  <a:pt x="0" y="2713760"/>
                  <a:pt x="0" y="2593800"/>
                </a:cubicBezTo>
                <a:lnTo>
                  <a:pt x="0" y="217207"/>
                </a:lnTo>
                <a:cubicBezTo>
                  <a:pt x="0" y="97247"/>
                  <a:pt x="97247" y="0"/>
                  <a:pt x="217207" y="0"/>
                </a:cubicBezTo>
                <a:close/>
              </a:path>
            </a:pathLst>
          </a:custGeom>
          <a:noFill/>
          <a:ln>
            <a:noFill/>
          </a:ln>
        </p:spPr>
      </p:pic>
      <p:pic>
        <p:nvPicPr>
          <p:cNvPr id="242" name="Google Shape;242;p33"/>
          <p:cNvPicPr preferRelativeResize="0"/>
          <p:nvPr/>
        </p:nvPicPr>
        <p:blipFill rotWithShape="1">
          <a:blip r:embed="rId4">
            <a:alphaModFix/>
          </a:blip>
          <a:srcRect b="29503" l="33038" r="33038" t="29507"/>
          <a:stretch/>
        </p:blipFill>
        <p:spPr>
          <a:xfrm>
            <a:off x="2438743" y="2650675"/>
            <a:ext cx="3102086" cy="2108255"/>
          </a:xfrm>
          <a:custGeom>
            <a:rect b="b" l="l" r="r" t="t"/>
            <a:pathLst>
              <a:path extrusionOk="0" h="2811007" w="4136115">
                <a:moveTo>
                  <a:pt x="217207" y="0"/>
                </a:moveTo>
                <a:lnTo>
                  <a:pt x="3918908" y="0"/>
                </a:lnTo>
                <a:cubicBezTo>
                  <a:pt x="4038868" y="0"/>
                  <a:pt x="4136115" y="97247"/>
                  <a:pt x="4136115" y="217207"/>
                </a:cubicBezTo>
                <a:lnTo>
                  <a:pt x="4136115" y="2593800"/>
                </a:lnTo>
                <a:cubicBezTo>
                  <a:pt x="4136115" y="2713760"/>
                  <a:pt x="4038868" y="2811007"/>
                  <a:pt x="3918908" y="2811007"/>
                </a:cubicBezTo>
                <a:lnTo>
                  <a:pt x="217207" y="2811007"/>
                </a:lnTo>
                <a:cubicBezTo>
                  <a:pt x="97247" y="2811007"/>
                  <a:pt x="0" y="2713760"/>
                  <a:pt x="0" y="2593800"/>
                </a:cubicBezTo>
                <a:lnTo>
                  <a:pt x="0" y="217207"/>
                </a:lnTo>
                <a:cubicBezTo>
                  <a:pt x="0" y="97247"/>
                  <a:pt x="97247" y="0"/>
                  <a:pt x="217207" y="0"/>
                </a:cubicBezTo>
                <a:close/>
              </a:path>
            </a:pathLst>
          </a:custGeom>
          <a:noFill/>
          <a:ln>
            <a:noFill/>
          </a:ln>
        </p:spPr>
      </p:pic>
      <p:sp>
        <p:nvSpPr>
          <p:cNvPr id="243" name="Google Shape;243;p33"/>
          <p:cNvSpPr/>
          <p:nvPr/>
        </p:nvSpPr>
        <p:spPr>
          <a:xfrm>
            <a:off x="359575" y="384575"/>
            <a:ext cx="2393700" cy="2108400"/>
          </a:xfrm>
          <a:prstGeom prst="roundRect">
            <a:avLst>
              <a:gd fmla="val 7727" name="adj"/>
            </a:avLst>
          </a:prstGeom>
          <a:solidFill>
            <a:srgbClr val="C7243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44" name="Google Shape;244;p33"/>
          <p:cNvSpPr/>
          <p:nvPr/>
        </p:nvSpPr>
        <p:spPr>
          <a:xfrm>
            <a:off x="2895375" y="384575"/>
            <a:ext cx="3543300" cy="2187300"/>
          </a:xfrm>
          <a:prstGeom prst="roundRect">
            <a:avLst>
              <a:gd fmla="val 7727" name="adj"/>
            </a:avLst>
          </a:prstGeom>
          <a:solidFill>
            <a:srgbClr val="C7243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45" name="Google Shape;245;p33"/>
          <p:cNvSpPr/>
          <p:nvPr/>
        </p:nvSpPr>
        <p:spPr>
          <a:xfrm>
            <a:off x="2438780" y="2650673"/>
            <a:ext cx="3102000" cy="2108400"/>
          </a:xfrm>
          <a:prstGeom prst="roundRect">
            <a:avLst>
              <a:gd fmla="val 7727" name="adj"/>
            </a:avLst>
          </a:prstGeom>
          <a:solidFill>
            <a:srgbClr val="C7243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46" name="Google Shape;246;p33"/>
          <p:cNvSpPr/>
          <p:nvPr/>
        </p:nvSpPr>
        <p:spPr>
          <a:xfrm>
            <a:off x="5682683" y="2650673"/>
            <a:ext cx="3102000" cy="2108400"/>
          </a:xfrm>
          <a:prstGeom prst="roundRect">
            <a:avLst>
              <a:gd fmla="val 7727" name="adj"/>
            </a:avLst>
          </a:prstGeom>
          <a:solidFill>
            <a:srgbClr val="C7243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47" name="Google Shape;247;p33"/>
          <p:cNvSpPr/>
          <p:nvPr/>
        </p:nvSpPr>
        <p:spPr>
          <a:xfrm>
            <a:off x="348700" y="2571575"/>
            <a:ext cx="1948200" cy="2187300"/>
          </a:xfrm>
          <a:prstGeom prst="roundRect">
            <a:avLst>
              <a:gd fmla="val 7727" name="adj"/>
            </a:avLst>
          </a:prstGeom>
          <a:solidFill>
            <a:srgbClr val="C7243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48" name="Google Shape;248;p33"/>
          <p:cNvSpPr/>
          <p:nvPr/>
        </p:nvSpPr>
        <p:spPr>
          <a:xfrm>
            <a:off x="1371525" y="2130350"/>
            <a:ext cx="1948200" cy="651000"/>
          </a:xfrm>
          <a:prstGeom prst="roundRect">
            <a:avLst>
              <a:gd fmla="val 14924" name="adj"/>
            </a:avLst>
          </a:prstGeom>
          <a:solidFill>
            <a:schemeClr val="lt2"/>
          </a:solidFill>
          <a:ln>
            <a:noFill/>
          </a:ln>
          <a:effectLst>
            <a:outerShdw blurRad="228600" sx="102000" rotWithShape="0" algn="ctr" sy="1020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49" name="Google Shape;249;p33"/>
          <p:cNvSpPr txBox="1"/>
          <p:nvPr/>
        </p:nvSpPr>
        <p:spPr>
          <a:xfrm>
            <a:off x="1434875" y="2249275"/>
            <a:ext cx="1852800" cy="392400"/>
          </a:xfrm>
          <a:prstGeom prst="rect">
            <a:avLst/>
          </a:prstGeom>
          <a:noFill/>
          <a:ln>
            <a:noFill/>
          </a:ln>
        </p:spPr>
        <p:txBody>
          <a:bodyPr anchorCtr="0" anchor="ctr"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latin typeface="Poppins SemiBold"/>
                <a:ea typeface="Poppins SemiBold"/>
                <a:cs typeface="Poppins SemiBold"/>
                <a:sym typeface="Poppins SemiBold"/>
              </a:rPr>
              <a:t>TECH STACK</a:t>
            </a:r>
            <a:endParaRPr b="1" sz="2100">
              <a:solidFill>
                <a:schemeClr val="dk1"/>
              </a:solidFill>
              <a:latin typeface="Poppins SemiBold"/>
              <a:ea typeface="Poppins SemiBold"/>
              <a:cs typeface="Poppins SemiBold"/>
              <a:sym typeface="Poppins SemiBold"/>
            </a:endParaRPr>
          </a:p>
        </p:txBody>
      </p:sp>
      <p:sp>
        <p:nvSpPr>
          <p:cNvPr id="250" name="Google Shape;250;p33"/>
          <p:cNvSpPr/>
          <p:nvPr/>
        </p:nvSpPr>
        <p:spPr>
          <a:xfrm>
            <a:off x="6580850" y="384575"/>
            <a:ext cx="2203800" cy="2187300"/>
          </a:xfrm>
          <a:prstGeom prst="roundRect">
            <a:avLst>
              <a:gd fmla="val 7727" name="adj"/>
            </a:avLst>
          </a:prstGeom>
          <a:solidFill>
            <a:srgbClr val="C7243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51" name="Google Shape;251;p33"/>
          <p:cNvSpPr txBox="1"/>
          <p:nvPr>
            <p:ph idx="4294967295" type="title"/>
          </p:nvPr>
        </p:nvSpPr>
        <p:spPr>
          <a:xfrm>
            <a:off x="3319728" y="508490"/>
            <a:ext cx="2238300" cy="430200"/>
          </a:xfrm>
          <a:prstGeom prst="rect">
            <a:avLst/>
          </a:prstGeom>
        </p:spPr>
        <p:txBody>
          <a:bodyPr anchorCtr="0" anchor="b" bIns="22850" lIns="45725" spcFirstLastPara="1" rIns="45725" wrap="square" tIns="22850">
            <a:normAutofit/>
          </a:bodyPr>
          <a:lstStyle/>
          <a:p>
            <a:pPr indent="0" lvl="0" marL="0" rtl="0" algn="ctr">
              <a:spcBef>
                <a:spcPts val="0"/>
              </a:spcBef>
              <a:spcAft>
                <a:spcPts val="0"/>
              </a:spcAft>
              <a:buNone/>
            </a:pPr>
            <a:r>
              <a:rPr lang="en" sz="1500">
                <a:solidFill>
                  <a:schemeClr val="lt1"/>
                </a:solidFill>
              </a:rPr>
              <a:t>Lorem ipsum dolor sit</a:t>
            </a:r>
            <a:endParaRPr sz="1500">
              <a:solidFill>
                <a:schemeClr val="lt1"/>
              </a:solidFill>
            </a:endParaRPr>
          </a:p>
        </p:txBody>
      </p:sp>
      <p:sp>
        <p:nvSpPr>
          <p:cNvPr id="252" name="Google Shape;252;p33"/>
          <p:cNvSpPr txBox="1"/>
          <p:nvPr>
            <p:ph idx="4294967295" type="body"/>
          </p:nvPr>
        </p:nvSpPr>
        <p:spPr>
          <a:xfrm>
            <a:off x="3017125" y="1054225"/>
            <a:ext cx="3274500" cy="1006200"/>
          </a:xfrm>
          <a:prstGeom prst="rect">
            <a:avLst/>
          </a:prstGeom>
        </p:spPr>
        <p:txBody>
          <a:bodyPr anchorCtr="0" anchor="t" bIns="22850" lIns="45725" spcFirstLastPara="1" rIns="45725" wrap="square" tIns="22850">
            <a:noAutofit/>
          </a:bodyPr>
          <a:lstStyle/>
          <a:p>
            <a:pPr indent="0" lvl="0" marL="0" rtl="0" algn="just">
              <a:lnSpc>
                <a:spcPct val="115000"/>
              </a:lnSpc>
              <a:spcBef>
                <a:spcPts val="300"/>
              </a:spcBef>
              <a:spcAft>
                <a:spcPts val="0"/>
              </a:spcAft>
              <a:buNone/>
            </a:pPr>
            <a:r>
              <a:rPr lang="en" sz="1000">
                <a:solidFill>
                  <a:schemeClr val="lt1"/>
                </a:solidFill>
              </a:rPr>
              <a:t>Lorem ipsum dolor sit amet, consectetur adipiscing elit, sed do eiusmod tempor dolor incididunt labore dolore magna aliqua.</a:t>
            </a:r>
            <a:endParaRPr sz="1000">
              <a:solidFill>
                <a:schemeClr val="lt1"/>
              </a:solidFill>
            </a:endParaRPr>
          </a:p>
        </p:txBody>
      </p:sp>
      <p:sp>
        <p:nvSpPr>
          <p:cNvPr id="253" name="Google Shape;253;p33"/>
          <p:cNvSpPr txBox="1"/>
          <p:nvPr>
            <p:ph idx="4294967295" type="title"/>
          </p:nvPr>
        </p:nvSpPr>
        <p:spPr>
          <a:xfrm>
            <a:off x="6110528" y="2763503"/>
            <a:ext cx="2238300" cy="430200"/>
          </a:xfrm>
          <a:prstGeom prst="rect">
            <a:avLst/>
          </a:prstGeom>
        </p:spPr>
        <p:txBody>
          <a:bodyPr anchorCtr="0" anchor="b" bIns="22850" lIns="45725" spcFirstLastPara="1" rIns="45725" wrap="square" tIns="22850">
            <a:normAutofit/>
          </a:bodyPr>
          <a:lstStyle/>
          <a:p>
            <a:pPr indent="0" lvl="0" marL="0" rtl="0" algn="ctr">
              <a:spcBef>
                <a:spcPts val="0"/>
              </a:spcBef>
              <a:spcAft>
                <a:spcPts val="0"/>
              </a:spcAft>
              <a:buNone/>
            </a:pPr>
            <a:r>
              <a:rPr lang="en" sz="1500">
                <a:solidFill>
                  <a:schemeClr val="lt1"/>
                </a:solidFill>
              </a:rPr>
              <a:t>Lorem ipsum dolor sit</a:t>
            </a:r>
            <a:endParaRPr sz="1500">
              <a:solidFill>
                <a:schemeClr val="lt1"/>
              </a:solidFill>
            </a:endParaRPr>
          </a:p>
        </p:txBody>
      </p:sp>
      <p:sp>
        <p:nvSpPr>
          <p:cNvPr id="254" name="Google Shape;254;p33"/>
          <p:cNvSpPr txBox="1"/>
          <p:nvPr>
            <p:ph idx="4294967295" type="body"/>
          </p:nvPr>
        </p:nvSpPr>
        <p:spPr>
          <a:xfrm>
            <a:off x="5967650" y="3268550"/>
            <a:ext cx="2627100" cy="1330500"/>
          </a:xfrm>
          <a:prstGeom prst="rect">
            <a:avLst/>
          </a:prstGeom>
        </p:spPr>
        <p:txBody>
          <a:bodyPr anchorCtr="0" anchor="t" bIns="22850" lIns="45725" spcFirstLastPara="1" rIns="45725" wrap="square" tIns="22850">
            <a:noAutofit/>
          </a:bodyPr>
          <a:lstStyle/>
          <a:p>
            <a:pPr indent="0" lvl="0" marL="0" rtl="0" algn="just">
              <a:lnSpc>
                <a:spcPct val="115000"/>
              </a:lnSpc>
              <a:spcBef>
                <a:spcPts val="300"/>
              </a:spcBef>
              <a:spcAft>
                <a:spcPts val="0"/>
              </a:spcAft>
              <a:buNone/>
            </a:pPr>
            <a:r>
              <a:rPr lang="en" sz="1000">
                <a:solidFill>
                  <a:schemeClr val="lt1"/>
                </a:solidFill>
              </a:rPr>
              <a:t>Lorem ipsum dolor sit amet, consectetur adipiscing elit, sed do eiusmod tempor dolor incididunt labore dolore magna aliqua.</a:t>
            </a:r>
            <a:endParaRPr sz="1000">
              <a:solidFill>
                <a:schemeClr val="lt1"/>
              </a:solidFill>
            </a:endParaRPr>
          </a:p>
        </p:txBody>
      </p:sp>
      <p:sp>
        <p:nvSpPr>
          <p:cNvPr id="255" name="Google Shape;255;p33"/>
          <p:cNvSpPr txBox="1"/>
          <p:nvPr>
            <p:ph idx="4294967295" type="title"/>
          </p:nvPr>
        </p:nvSpPr>
        <p:spPr>
          <a:xfrm>
            <a:off x="2861478" y="2772778"/>
            <a:ext cx="2238300" cy="430200"/>
          </a:xfrm>
          <a:prstGeom prst="rect">
            <a:avLst/>
          </a:prstGeom>
        </p:spPr>
        <p:txBody>
          <a:bodyPr anchorCtr="0" anchor="b" bIns="22850" lIns="45725" spcFirstLastPara="1" rIns="45725" wrap="square" tIns="22850">
            <a:normAutofit/>
          </a:bodyPr>
          <a:lstStyle/>
          <a:p>
            <a:pPr indent="0" lvl="0" marL="0" rtl="0" algn="ctr">
              <a:spcBef>
                <a:spcPts val="0"/>
              </a:spcBef>
              <a:spcAft>
                <a:spcPts val="0"/>
              </a:spcAft>
              <a:buNone/>
            </a:pPr>
            <a:r>
              <a:rPr lang="en" sz="1500">
                <a:solidFill>
                  <a:schemeClr val="lt1"/>
                </a:solidFill>
              </a:rPr>
              <a:t>Lorem ipsum dolor sit</a:t>
            </a:r>
            <a:endParaRPr sz="1500">
              <a:solidFill>
                <a:schemeClr val="lt1"/>
              </a:solidFill>
            </a:endParaRPr>
          </a:p>
        </p:txBody>
      </p:sp>
      <p:sp>
        <p:nvSpPr>
          <p:cNvPr id="256" name="Google Shape;256;p33"/>
          <p:cNvSpPr txBox="1"/>
          <p:nvPr>
            <p:ph idx="4294967295" type="body"/>
          </p:nvPr>
        </p:nvSpPr>
        <p:spPr>
          <a:xfrm>
            <a:off x="2643225" y="3325875"/>
            <a:ext cx="2707200" cy="709500"/>
          </a:xfrm>
          <a:prstGeom prst="rect">
            <a:avLst/>
          </a:prstGeom>
        </p:spPr>
        <p:txBody>
          <a:bodyPr anchorCtr="0" anchor="t" bIns="22850" lIns="45725" spcFirstLastPara="1" rIns="45725" wrap="square" tIns="22850">
            <a:noAutofit/>
          </a:bodyPr>
          <a:lstStyle/>
          <a:p>
            <a:pPr indent="0" lvl="0" marL="0" rtl="0" algn="just">
              <a:lnSpc>
                <a:spcPct val="115000"/>
              </a:lnSpc>
              <a:spcBef>
                <a:spcPts val="300"/>
              </a:spcBef>
              <a:spcAft>
                <a:spcPts val="0"/>
              </a:spcAft>
              <a:buNone/>
            </a:pPr>
            <a:r>
              <a:rPr lang="en" sz="1000">
                <a:solidFill>
                  <a:schemeClr val="lt1"/>
                </a:solidFill>
              </a:rPr>
              <a:t>Lorem ipsum dolor sit amet, consectetur adipiscing elit, sed do eiusmod tempor dolor incididunt labore dolore magna aliqua.</a:t>
            </a:r>
            <a:endParaRPr sz="1000">
              <a:solidFill>
                <a:schemeClr val="lt1"/>
              </a:solidFill>
            </a:endParaRPr>
          </a:p>
        </p:txBody>
      </p:sp>
      <p:sp>
        <p:nvSpPr>
          <p:cNvPr id="257" name="Google Shape;257;p33"/>
          <p:cNvSpPr txBox="1"/>
          <p:nvPr>
            <p:ph idx="4294967295" type="title"/>
          </p:nvPr>
        </p:nvSpPr>
        <p:spPr>
          <a:xfrm>
            <a:off x="429883" y="2767450"/>
            <a:ext cx="1810200" cy="430200"/>
          </a:xfrm>
          <a:prstGeom prst="rect">
            <a:avLst/>
          </a:prstGeom>
        </p:spPr>
        <p:txBody>
          <a:bodyPr anchorCtr="0" anchor="b" bIns="22850" lIns="45725" spcFirstLastPara="1" rIns="45725" wrap="square" tIns="22850">
            <a:normAutofit/>
          </a:bodyPr>
          <a:lstStyle/>
          <a:p>
            <a:pPr indent="0" lvl="0" marL="0" rtl="0" algn="ctr">
              <a:spcBef>
                <a:spcPts val="0"/>
              </a:spcBef>
              <a:spcAft>
                <a:spcPts val="0"/>
              </a:spcAft>
              <a:buNone/>
            </a:pPr>
            <a:r>
              <a:rPr lang="en" sz="1500">
                <a:solidFill>
                  <a:schemeClr val="lt1"/>
                </a:solidFill>
              </a:rPr>
              <a:t>Lorem ipsum dolor sit</a:t>
            </a:r>
            <a:endParaRPr sz="1500">
              <a:solidFill>
                <a:schemeClr val="lt1"/>
              </a:solidFill>
            </a:endParaRPr>
          </a:p>
        </p:txBody>
      </p:sp>
      <p:sp>
        <p:nvSpPr>
          <p:cNvPr id="258" name="Google Shape;258;p33"/>
          <p:cNvSpPr txBox="1"/>
          <p:nvPr>
            <p:ph idx="4294967295" type="body"/>
          </p:nvPr>
        </p:nvSpPr>
        <p:spPr>
          <a:xfrm>
            <a:off x="427267" y="3267550"/>
            <a:ext cx="1810200" cy="920700"/>
          </a:xfrm>
          <a:prstGeom prst="rect">
            <a:avLst/>
          </a:prstGeom>
        </p:spPr>
        <p:txBody>
          <a:bodyPr anchorCtr="0" anchor="t" bIns="22850" lIns="45725" spcFirstLastPara="1" rIns="45725" wrap="square" tIns="22850">
            <a:noAutofit/>
          </a:bodyPr>
          <a:lstStyle/>
          <a:p>
            <a:pPr indent="0" lvl="0" marL="0" rtl="0" algn="just">
              <a:lnSpc>
                <a:spcPct val="115000"/>
              </a:lnSpc>
              <a:spcBef>
                <a:spcPts val="300"/>
              </a:spcBef>
              <a:spcAft>
                <a:spcPts val="0"/>
              </a:spcAft>
              <a:buNone/>
            </a:pPr>
            <a:r>
              <a:rPr lang="en" sz="1000">
                <a:solidFill>
                  <a:schemeClr val="lt1"/>
                </a:solidFill>
              </a:rPr>
              <a:t>Lorem ipsum dolor sit amet, consectetur adipiscing elit, sed do eiusmod tempor dolor incididunt labore dolore magna aliqua.</a:t>
            </a:r>
            <a:endParaRPr sz="1000">
              <a:solidFill>
                <a:schemeClr val="lt1"/>
              </a:solidFill>
            </a:endParaRPr>
          </a:p>
        </p:txBody>
      </p:sp>
      <p:sp>
        <p:nvSpPr>
          <p:cNvPr id="259" name="Google Shape;259;p33"/>
          <p:cNvSpPr txBox="1"/>
          <p:nvPr>
            <p:ph idx="4294967295" type="title"/>
          </p:nvPr>
        </p:nvSpPr>
        <p:spPr>
          <a:xfrm>
            <a:off x="6776354" y="488549"/>
            <a:ext cx="1810200" cy="470100"/>
          </a:xfrm>
          <a:prstGeom prst="rect">
            <a:avLst/>
          </a:prstGeom>
        </p:spPr>
        <p:txBody>
          <a:bodyPr anchorCtr="0" anchor="b" bIns="22850" lIns="45725" spcFirstLastPara="1" rIns="45725" wrap="square" tIns="22850">
            <a:normAutofit/>
          </a:bodyPr>
          <a:lstStyle/>
          <a:p>
            <a:pPr indent="0" lvl="0" marL="0" rtl="0" algn="ctr">
              <a:spcBef>
                <a:spcPts val="0"/>
              </a:spcBef>
              <a:spcAft>
                <a:spcPts val="0"/>
              </a:spcAft>
              <a:buNone/>
            </a:pPr>
            <a:r>
              <a:rPr lang="en" sz="1500">
                <a:solidFill>
                  <a:schemeClr val="lt1"/>
                </a:solidFill>
              </a:rPr>
              <a:t>Lorem ipsum dolor sit</a:t>
            </a:r>
            <a:endParaRPr sz="1500">
              <a:solidFill>
                <a:schemeClr val="lt1"/>
              </a:solidFill>
            </a:endParaRPr>
          </a:p>
        </p:txBody>
      </p:sp>
      <p:sp>
        <p:nvSpPr>
          <p:cNvPr id="260" name="Google Shape;260;p33"/>
          <p:cNvSpPr txBox="1"/>
          <p:nvPr>
            <p:ph idx="4294967295" type="body"/>
          </p:nvPr>
        </p:nvSpPr>
        <p:spPr>
          <a:xfrm>
            <a:off x="6784538" y="1054237"/>
            <a:ext cx="1810200" cy="1006200"/>
          </a:xfrm>
          <a:prstGeom prst="rect">
            <a:avLst/>
          </a:prstGeom>
        </p:spPr>
        <p:txBody>
          <a:bodyPr anchorCtr="0" anchor="t" bIns="22850" lIns="45725" spcFirstLastPara="1" rIns="45725" wrap="square" tIns="22850">
            <a:noAutofit/>
          </a:bodyPr>
          <a:lstStyle/>
          <a:p>
            <a:pPr indent="0" lvl="0" marL="0" rtl="0" algn="just">
              <a:lnSpc>
                <a:spcPct val="115000"/>
              </a:lnSpc>
              <a:spcBef>
                <a:spcPts val="300"/>
              </a:spcBef>
              <a:spcAft>
                <a:spcPts val="0"/>
              </a:spcAft>
              <a:buNone/>
            </a:pPr>
            <a:r>
              <a:rPr lang="en" sz="1000">
                <a:solidFill>
                  <a:schemeClr val="lt1"/>
                </a:solidFill>
              </a:rPr>
              <a:t>Lorem ipsum dolor sit amet, consectetur adipiscing elit, sed do eiusmod tempor dolor incididunt labore dolore magna aliqua.</a:t>
            </a:r>
            <a:endParaRPr sz="1000">
              <a:solidFill>
                <a:schemeClr val="lt1"/>
              </a:solidFill>
            </a:endParaRPr>
          </a:p>
        </p:txBody>
      </p:sp>
      <p:sp>
        <p:nvSpPr>
          <p:cNvPr id="261" name="Google Shape;261;p33"/>
          <p:cNvSpPr txBox="1"/>
          <p:nvPr>
            <p:ph idx="4294967295" type="title"/>
          </p:nvPr>
        </p:nvSpPr>
        <p:spPr>
          <a:xfrm>
            <a:off x="640929" y="471474"/>
            <a:ext cx="1810200" cy="470100"/>
          </a:xfrm>
          <a:prstGeom prst="rect">
            <a:avLst/>
          </a:prstGeom>
        </p:spPr>
        <p:txBody>
          <a:bodyPr anchorCtr="0" anchor="b" bIns="22850" lIns="45725" spcFirstLastPara="1" rIns="45725" wrap="square" tIns="22850">
            <a:normAutofit/>
          </a:bodyPr>
          <a:lstStyle/>
          <a:p>
            <a:pPr indent="0" lvl="0" marL="0" rtl="0" algn="ctr">
              <a:spcBef>
                <a:spcPts val="0"/>
              </a:spcBef>
              <a:spcAft>
                <a:spcPts val="0"/>
              </a:spcAft>
              <a:buNone/>
            </a:pPr>
            <a:r>
              <a:rPr lang="en" sz="1500">
                <a:solidFill>
                  <a:schemeClr val="lt1"/>
                </a:solidFill>
              </a:rPr>
              <a:t>Lorem ipsum dolor sit</a:t>
            </a:r>
            <a:endParaRPr sz="1500">
              <a:solidFill>
                <a:schemeClr val="lt1"/>
              </a:solidFill>
            </a:endParaRPr>
          </a:p>
        </p:txBody>
      </p:sp>
      <p:sp>
        <p:nvSpPr>
          <p:cNvPr id="262" name="Google Shape;262;p33"/>
          <p:cNvSpPr txBox="1"/>
          <p:nvPr>
            <p:ph idx="4294967295" type="body"/>
          </p:nvPr>
        </p:nvSpPr>
        <p:spPr>
          <a:xfrm>
            <a:off x="542526" y="1054225"/>
            <a:ext cx="2007000" cy="1006200"/>
          </a:xfrm>
          <a:prstGeom prst="rect">
            <a:avLst/>
          </a:prstGeom>
        </p:spPr>
        <p:txBody>
          <a:bodyPr anchorCtr="0" anchor="t" bIns="22850" lIns="45725" spcFirstLastPara="1" rIns="45725" wrap="square" tIns="22850">
            <a:noAutofit/>
          </a:bodyPr>
          <a:lstStyle/>
          <a:p>
            <a:pPr indent="0" lvl="0" marL="0" rtl="0" algn="just">
              <a:lnSpc>
                <a:spcPct val="115000"/>
              </a:lnSpc>
              <a:spcBef>
                <a:spcPts val="300"/>
              </a:spcBef>
              <a:spcAft>
                <a:spcPts val="0"/>
              </a:spcAft>
              <a:buNone/>
            </a:pPr>
            <a:r>
              <a:rPr lang="en" sz="1000">
                <a:solidFill>
                  <a:schemeClr val="lt1"/>
                </a:solidFill>
              </a:rPr>
              <a:t>Lorem ipsum dolor sit amet, consectetur adipiscing elit, sed do eiusmod tempor dolor incididunt labore dolore magna aliqua.</a:t>
            </a:r>
            <a:endParaRPr sz="10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34"/>
          <p:cNvPicPr preferRelativeResize="0"/>
          <p:nvPr/>
        </p:nvPicPr>
        <p:blipFill>
          <a:blip r:embed="rId3">
            <a:alphaModFix/>
          </a:blip>
          <a:stretch>
            <a:fillRect/>
          </a:stretch>
        </p:blipFill>
        <p:spPr>
          <a:xfrm>
            <a:off x="0" y="0"/>
            <a:ext cx="9144000" cy="5143500"/>
          </a:xfrm>
          <a:prstGeom prst="rect">
            <a:avLst/>
          </a:prstGeom>
          <a:noFill/>
          <a:ln>
            <a:noFill/>
          </a:ln>
        </p:spPr>
      </p:pic>
      <p:sp>
        <p:nvSpPr>
          <p:cNvPr id="268" name="Google Shape;268;p34"/>
          <p:cNvSpPr txBox="1"/>
          <p:nvPr/>
        </p:nvSpPr>
        <p:spPr>
          <a:xfrm>
            <a:off x="842450" y="1186738"/>
            <a:ext cx="7110000" cy="53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FFFFF"/>
                </a:solidFill>
                <a:latin typeface="Raleway"/>
                <a:ea typeface="Raleway"/>
                <a:cs typeface="Raleway"/>
                <a:sym typeface="Raleway"/>
              </a:rPr>
              <a:t>Team Name: </a:t>
            </a:r>
            <a:endParaRPr b="1" sz="2600">
              <a:solidFill>
                <a:srgbClr val="FFFFFF"/>
              </a:solidFill>
              <a:latin typeface="Raleway"/>
              <a:ea typeface="Raleway"/>
              <a:cs typeface="Raleway"/>
              <a:sym typeface="Raleway"/>
            </a:endParaRPr>
          </a:p>
        </p:txBody>
      </p:sp>
      <p:sp>
        <p:nvSpPr>
          <p:cNvPr id="269" name="Google Shape;269;p34"/>
          <p:cNvSpPr txBox="1"/>
          <p:nvPr/>
        </p:nvSpPr>
        <p:spPr>
          <a:xfrm>
            <a:off x="911888" y="2199857"/>
            <a:ext cx="16077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Raleway"/>
                <a:ea typeface="Raleway"/>
                <a:cs typeface="Raleway"/>
                <a:sym typeface="Raleway"/>
              </a:rPr>
              <a:t>Name</a:t>
            </a:r>
            <a:endParaRPr sz="1100">
              <a:solidFill>
                <a:srgbClr val="FFFFFF"/>
              </a:solidFill>
              <a:latin typeface="Raleway"/>
              <a:ea typeface="Raleway"/>
              <a:cs typeface="Raleway"/>
              <a:sym typeface="Raleway"/>
            </a:endParaRPr>
          </a:p>
        </p:txBody>
      </p:sp>
      <p:sp>
        <p:nvSpPr>
          <p:cNvPr id="270" name="Google Shape;270;p34"/>
          <p:cNvSpPr txBox="1"/>
          <p:nvPr/>
        </p:nvSpPr>
        <p:spPr>
          <a:xfrm>
            <a:off x="911888" y="2601557"/>
            <a:ext cx="16077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Raleway"/>
                <a:ea typeface="Raleway"/>
                <a:cs typeface="Raleway"/>
                <a:sym typeface="Raleway"/>
              </a:rPr>
              <a:t>Name</a:t>
            </a:r>
            <a:endParaRPr sz="1100">
              <a:solidFill>
                <a:srgbClr val="FFFFFF"/>
              </a:solidFill>
              <a:latin typeface="Raleway"/>
              <a:ea typeface="Raleway"/>
              <a:cs typeface="Raleway"/>
              <a:sym typeface="Raleway"/>
            </a:endParaRPr>
          </a:p>
        </p:txBody>
      </p:sp>
      <p:sp>
        <p:nvSpPr>
          <p:cNvPr id="271" name="Google Shape;271;p34"/>
          <p:cNvSpPr txBox="1"/>
          <p:nvPr/>
        </p:nvSpPr>
        <p:spPr>
          <a:xfrm>
            <a:off x="911888" y="3003257"/>
            <a:ext cx="16077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Raleway"/>
                <a:ea typeface="Raleway"/>
                <a:cs typeface="Raleway"/>
                <a:sym typeface="Raleway"/>
              </a:rPr>
              <a:t>Name</a:t>
            </a:r>
            <a:endParaRPr sz="1100">
              <a:solidFill>
                <a:srgbClr val="FFFFFF"/>
              </a:solidFill>
              <a:latin typeface="Raleway"/>
              <a:ea typeface="Raleway"/>
              <a:cs typeface="Raleway"/>
              <a:sym typeface="Raleway"/>
            </a:endParaRPr>
          </a:p>
        </p:txBody>
      </p:sp>
      <p:sp>
        <p:nvSpPr>
          <p:cNvPr id="272" name="Google Shape;272;p34"/>
          <p:cNvSpPr txBox="1"/>
          <p:nvPr/>
        </p:nvSpPr>
        <p:spPr>
          <a:xfrm>
            <a:off x="911888" y="3404957"/>
            <a:ext cx="16077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Raleway"/>
                <a:ea typeface="Raleway"/>
                <a:cs typeface="Raleway"/>
                <a:sym typeface="Raleway"/>
              </a:rPr>
              <a:t>Name</a:t>
            </a:r>
            <a:endParaRPr sz="1100">
              <a:solidFill>
                <a:srgbClr val="FFFFFF"/>
              </a:solidFill>
              <a:latin typeface="Raleway"/>
              <a:ea typeface="Raleway"/>
              <a:cs typeface="Raleway"/>
              <a:sym typeface="Raleway"/>
            </a:endParaRPr>
          </a:p>
        </p:txBody>
      </p:sp>
      <p:sp>
        <p:nvSpPr>
          <p:cNvPr id="273" name="Google Shape;273;p34"/>
          <p:cNvSpPr txBox="1"/>
          <p:nvPr/>
        </p:nvSpPr>
        <p:spPr>
          <a:xfrm>
            <a:off x="2761682" y="2199857"/>
            <a:ext cx="16347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Raleway"/>
                <a:ea typeface="Raleway"/>
                <a:cs typeface="Raleway"/>
                <a:sym typeface="Raleway"/>
              </a:rPr>
              <a:t>College Name</a:t>
            </a:r>
            <a:endParaRPr sz="1100">
              <a:solidFill>
                <a:srgbClr val="FFFFFF"/>
              </a:solidFill>
              <a:latin typeface="Raleway"/>
              <a:ea typeface="Raleway"/>
              <a:cs typeface="Raleway"/>
              <a:sym typeface="Raleway"/>
            </a:endParaRPr>
          </a:p>
        </p:txBody>
      </p:sp>
      <p:sp>
        <p:nvSpPr>
          <p:cNvPr id="274" name="Google Shape;274;p34"/>
          <p:cNvSpPr txBox="1"/>
          <p:nvPr/>
        </p:nvSpPr>
        <p:spPr>
          <a:xfrm>
            <a:off x="2761682" y="2601557"/>
            <a:ext cx="16347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Raleway"/>
                <a:ea typeface="Raleway"/>
                <a:cs typeface="Raleway"/>
                <a:sym typeface="Raleway"/>
              </a:rPr>
              <a:t>College Name</a:t>
            </a:r>
            <a:endParaRPr sz="1100">
              <a:solidFill>
                <a:srgbClr val="FFFFFF"/>
              </a:solidFill>
              <a:latin typeface="Raleway"/>
              <a:ea typeface="Raleway"/>
              <a:cs typeface="Raleway"/>
              <a:sym typeface="Raleway"/>
            </a:endParaRPr>
          </a:p>
        </p:txBody>
      </p:sp>
      <p:sp>
        <p:nvSpPr>
          <p:cNvPr id="275" name="Google Shape;275;p34"/>
          <p:cNvSpPr txBox="1"/>
          <p:nvPr/>
        </p:nvSpPr>
        <p:spPr>
          <a:xfrm>
            <a:off x="2761682" y="3003257"/>
            <a:ext cx="16347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Raleway"/>
                <a:ea typeface="Raleway"/>
                <a:cs typeface="Raleway"/>
                <a:sym typeface="Raleway"/>
              </a:rPr>
              <a:t>College Name</a:t>
            </a:r>
            <a:endParaRPr sz="1100">
              <a:solidFill>
                <a:srgbClr val="FFFFFF"/>
              </a:solidFill>
              <a:latin typeface="Raleway"/>
              <a:ea typeface="Raleway"/>
              <a:cs typeface="Raleway"/>
              <a:sym typeface="Raleway"/>
            </a:endParaRPr>
          </a:p>
        </p:txBody>
      </p:sp>
      <p:sp>
        <p:nvSpPr>
          <p:cNvPr id="276" name="Google Shape;276;p34"/>
          <p:cNvSpPr txBox="1"/>
          <p:nvPr/>
        </p:nvSpPr>
        <p:spPr>
          <a:xfrm>
            <a:off x="2761682" y="3404957"/>
            <a:ext cx="16347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Raleway"/>
                <a:ea typeface="Raleway"/>
                <a:cs typeface="Raleway"/>
                <a:sym typeface="Raleway"/>
              </a:rPr>
              <a:t>College Name</a:t>
            </a:r>
            <a:endParaRPr sz="1100">
              <a:solidFill>
                <a:srgbClr val="FFFFFF"/>
              </a:solidFill>
              <a:latin typeface="Raleway"/>
              <a:ea typeface="Raleway"/>
              <a:cs typeface="Raleway"/>
              <a:sym typeface="Raleway"/>
            </a:endParaRPr>
          </a:p>
        </p:txBody>
      </p:sp>
      <p:sp>
        <p:nvSpPr>
          <p:cNvPr id="277" name="Google Shape;277;p34"/>
          <p:cNvSpPr txBox="1"/>
          <p:nvPr/>
        </p:nvSpPr>
        <p:spPr>
          <a:xfrm>
            <a:off x="4695785" y="2199857"/>
            <a:ext cx="12411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Raleway"/>
                <a:ea typeface="Raleway"/>
                <a:cs typeface="Raleway"/>
                <a:sym typeface="Raleway"/>
              </a:rPr>
              <a:t>College City</a:t>
            </a:r>
            <a:endParaRPr sz="1100">
              <a:solidFill>
                <a:srgbClr val="FFFFFF"/>
              </a:solidFill>
              <a:latin typeface="Raleway"/>
              <a:ea typeface="Raleway"/>
              <a:cs typeface="Raleway"/>
              <a:sym typeface="Raleway"/>
            </a:endParaRPr>
          </a:p>
        </p:txBody>
      </p:sp>
      <p:sp>
        <p:nvSpPr>
          <p:cNvPr id="278" name="Google Shape;278;p34"/>
          <p:cNvSpPr txBox="1"/>
          <p:nvPr/>
        </p:nvSpPr>
        <p:spPr>
          <a:xfrm>
            <a:off x="4695785" y="2601557"/>
            <a:ext cx="12411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Raleway"/>
                <a:ea typeface="Raleway"/>
                <a:cs typeface="Raleway"/>
                <a:sym typeface="Raleway"/>
              </a:rPr>
              <a:t>College City</a:t>
            </a:r>
            <a:endParaRPr sz="1100">
              <a:solidFill>
                <a:srgbClr val="FFFFFF"/>
              </a:solidFill>
              <a:latin typeface="Raleway"/>
              <a:ea typeface="Raleway"/>
              <a:cs typeface="Raleway"/>
              <a:sym typeface="Raleway"/>
            </a:endParaRPr>
          </a:p>
        </p:txBody>
      </p:sp>
      <p:sp>
        <p:nvSpPr>
          <p:cNvPr id="279" name="Google Shape;279;p34"/>
          <p:cNvSpPr txBox="1"/>
          <p:nvPr/>
        </p:nvSpPr>
        <p:spPr>
          <a:xfrm>
            <a:off x="4695785" y="3003257"/>
            <a:ext cx="12411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Raleway"/>
                <a:ea typeface="Raleway"/>
                <a:cs typeface="Raleway"/>
                <a:sym typeface="Raleway"/>
              </a:rPr>
              <a:t>College City</a:t>
            </a:r>
            <a:endParaRPr sz="1100">
              <a:solidFill>
                <a:srgbClr val="FFFFFF"/>
              </a:solidFill>
              <a:latin typeface="Raleway"/>
              <a:ea typeface="Raleway"/>
              <a:cs typeface="Raleway"/>
              <a:sym typeface="Raleway"/>
            </a:endParaRPr>
          </a:p>
        </p:txBody>
      </p:sp>
      <p:sp>
        <p:nvSpPr>
          <p:cNvPr id="280" name="Google Shape;280;p34"/>
          <p:cNvSpPr txBox="1"/>
          <p:nvPr/>
        </p:nvSpPr>
        <p:spPr>
          <a:xfrm>
            <a:off x="4695785" y="3447682"/>
            <a:ext cx="12411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Raleway"/>
                <a:ea typeface="Raleway"/>
                <a:cs typeface="Raleway"/>
                <a:sym typeface="Raleway"/>
              </a:rPr>
              <a:t>College City</a:t>
            </a:r>
            <a:endParaRPr sz="1100">
              <a:solidFill>
                <a:srgbClr val="FFFFFF"/>
              </a:solidFill>
              <a:latin typeface="Raleway"/>
              <a:ea typeface="Raleway"/>
              <a:cs typeface="Raleway"/>
              <a:sym typeface="Raleway"/>
            </a:endParaRPr>
          </a:p>
        </p:txBody>
      </p:sp>
      <p:sp>
        <p:nvSpPr>
          <p:cNvPr id="281" name="Google Shape;281;p34"/>
          <p:cNvSpPr txBox="1"/>
          <p:nvPr/>
        </p:nvSpPr>
        <p:spPr>
          <a:xfrm>
            <a:off x="911888" y="3806657"/>
            <a:ext cx="16077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Raleway"/>
                <a:ea typeface="Raleway"/>
                <a:cs typeface="Raleway"/>
                <a:sym typeface="Raleway"/>
              </a:rPr>
              <a:t>Name</a:t>
            </a:r>
            <a:endParaRPr sz="1100">
              <a:solidFill>
                <a:srgbClr val="FFFFFF"/>
              </a:solidFill>
              <a:latin typeface="Raleway"/>
              <a:ea typeface="Raleway"/>
              <a:cs typeface="Raleway"/>
              <a:sym typeface="Raleway"/>
            </a:endParaRPr>
          </a:p>
        </p:txBody>
      </p:sp>
      <p:sp>
        <p:nvSpPr>
          <p:cNvPr id="282" name="Google Shape;282;p34"/>
          <p:cNvSpPr txBox="1"/>
          <p:nvPr/>
        </p:nvSpPr>
        <p:spPr>
          <a:xfrm>
            <a:off x="2761682" y="3806657"/>
            <a:ext cx="16347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Raleway"/>
                <a:ea typeface="Raleway"/>
                <a:cs typeface="Raleway"/>
                <a:sym typeface="Raleway"/>
              </a:rPr>
              <a:t>College Name</a:t>
            </a:r>
            <a:endParaRPr sz="1100">
              <a:solidFill>
                <a:srgbClr val="FFFFFF"/>
              </a:solidFill>
              <a:latin typeface="Raleway"/>
              <a:ea typeface="Raleway"/>
              <a:cs typeface="Raleway"/>
              <a:sym typeface="Raleway"/>
            </a:endParaRPr>
          </a:p>
        </p:txBody>
      </p:sp>
      <p:sp>
        <p:nvSpPr>
          <p:cNvPr id="283" name="Google Shape;283;p34"/>
          <p:cNvSpPr txBox="1"/>
          <p:nvPr/>
        </p:nvSpPr>
        <p:spPr>
          <a:xfrm>
            <a:off x="4695785" y="3849382"/>
            <a:ext cx="12411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Raleway"/>
                <a:ea typeface="Raleway"/>
                <a:cs typeface="Raleway"/>
                <a:sym typeface="Raleway"/>
              </a:rPr>
              <a:t>College City</a:t>
            </a:r>
            <a:endParaRPr sz="1100">
              <a:solidFill>
                <a:srgbClr val="FFFFFF"/>
              </a:solidFill>
              <a:latin typeface="Raleway"/>
              <a:ea typeface="Raleway"/>
              <a:cs typeface="Raleway"/>
              <a:sym typeface="Raleway"/>
            </a:endParaRPr>
          </a:p>
        </p:txBody>
      </p:sp>
      <p:sp>
        <p:nvSpPr>
          <p:cNvPr id="284" name="Google Shape;284;p34"/>
          <p:cNvSpPr txBox="1"/>
          <p:nvPr/>
        </p:nvSpPr>
        <p:spPr>
          <a:xfrm>
            <a:off x="6177385" y="2199844"/>
            <a:ext cx="12411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Raleway"/>
                <a:ea typeface="Raleway"/>
                <a:cs typeface="Raleway"/>
                <a:sym typeface="Raleway"/>
              </a:rPr>
              <a:t>Team Leader</a:t>
            </a:r>
            <a:endParaRPr sz="1100">
              <a:solidFill>
                <a:srgbClr val="FFFFFF"/>
              </a:solidFill>
              <a:latin typeface="Raleway"/>
              <a:ea typeface="Raleway"/>
              <a:cs typeface="Raleway"/>
              <a:sym typeface="Raleway"/>
            </a:endParaRPr>
          </a:p>
        </p:txBody>
      </p:sp>
      <p:sp>
        <p:nvSpPr>
          <p:cNvPr id="285" name="Google Shape;285;p34"/>
          <p:cNvSpPr txBox="1"/>
          <p:nvPr/>
        </p:nvSpPr>
        <p:spPr>
          <a:xfrm>
            <a:off x="6177385" y="2601544"/>
            <a:ext cx="12411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Raleway"/>
                <a:ea typeface="Raleway"/>
                <a:cs typeface="Raleway"/>
                <a:sym typeface="Raleway"/>
              </a:rPr>
              <a:t>Role</a:t>
            </a:r>
            <a:endParaRPr sz="1100">
              <a:solidFill>
                <a:srgbClr val="FFFFFF"/>
              </a:solidFill>
              <a:latin typeface="Raleway"/>
              <a:ea typeface="Raleway"/>
              <a:cs typeface="Raleway"/>
              <a:sym typeface="Raleway"/>
            </a:endParaRPr>
          </a:p>
        </p:txBody>
      </p:sp>
      <p:sp>
        <p:nvSpPr>
          <p:cNvPr id="286" name="Google Shape;286;p34"/>
          <p:cNvSpPr txBox="1"/>
          <p:nvPr/>
        </p:nvSpPr>
        <p:spPr>
          <a:xfrm>
            <a:off x="6177385" y="3003244"/>
            <a:ext cx="12411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Raleway"/>
                <a:ea typeface="Raleway"/>
                <a:cs typeface="Raleway"/>
                <a:sym typeface="Raleway"/>
              </a:rPr>
              <a:t>Role</a:t>
            </a:r>
            <a:endParaRPr sz="1100">
              <a:solidFill>
                <a:srgbClr val="FFFFFF"/>
              </a:solidFill>
              <a:latin typeface="Raleway"/>
              <a:ea typeface="Raleway"/>
              <a:cs typeface="Raleway"/>
              <a:sym typeface="Raleway"/>
            </a:endParaRPr>
          </a:p>
        </p:txBody>
      </p:sp>
      <p:sp>
        <p:nvSpPr>
          <p:cNvPr id="287" name="Google Shape;287;p34"/>
          <p:cNvSpPr txBox="1"/>
          <p:nvPr/>
        </p:nvSpPr>
        <p:spPr>
          <a:xfrm>
            <a:off x="6177385" y="3447669"/>
            <a:ext cx="12411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Raleway"/>
                <a:ea typeface="Raleway"/>
                <a:cs typeface="Raleway"/>
                <a:sym typeface="Raleway"/>
              </a:rPr>
              <a:t>Role</a:t>
            </a:r>
            <a:endParaRPr sz="1100">
              <a:solidFill>
                <a:srgbClr val="FFFFFF"/>
              </a:solidFill>
              <a:latin typeface="Raleway"/>
              <a:ea typeface="Raleway"/>
              <a:cs typeface="Raleway"/>
              <a:sym typeface="Raleway"/>
            </a:endParaRPr>
          </a:p>
        </p:txBody>
      </p:sp>
      <p:sp>
        <p:nvSpPr>
          <p:cNvPr id="288" name="Google Shape;288;p34"/>
          <p:cNvSpPr txBox="1"/>
          <p:nvPr/>
        </p:nvSpPr>
        <p:spPr>
          <a:xfrm>
            <a:off x="6177385" y="3849369"/>
            <a:ext cx="12411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Raleway"/>
                <a:ea typeface="Raleway"/>
                <a:cs typeface="Raleway"/>
                <a:sym typeface="Raleway"/>
              </a:rPr>
              <a:t>Role</a:t>
            </a:r>
            <a:endParaRPr sz="1100">
              <a:solidFill>
                <a:srgbClr val="FFFFFF"/>
              </a:solidFill>
              <a:latin typeface="Raleway"/>
              <a:ea typeface="Raleway"/>
              <a:cs typeface="Raleway"/>
              <a:sym typeface="Raleway"/>
            </a:endParaRPr>
          </a:p>
        </p:txBody>
      </p:sp>
      <p:sp>
        <p:nvSpPr>
          <p:cNvPr id="289" name="Google Shape;289;p34"/>
          <p:cNvSpPr txBox="1"/>
          <p:nvPr/>
        </p:nvSpPr>
        <p:spPr>
          <a:xfrm>
            <a:off x="7394360" y="2199844"/>
            <a:ext cx="12411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Raleway"/>
                <a:ea typeface="Raleway"/>
                <a:cs typeface="Raleway"/>
                <a:sym typeface="Raleway"/>
              </a:rPr>
              <a:t>Gender</a:t>
            </a:r>
            <a:endParaRPr sz="1100">
              <a:solidFill>
                <a:srgbClr val="FFFFFF"/>
              </a:solidFill>
              <a:latin typeface="Raleway"/>
              <a:ea typeface="Raleway"/>
              <a:cs typeface="Raleway"/>
              <a:sym typeface="Raleway"/>
            </a:endParaRPr>
          </a:p>
        </p:txBody>
      </p:sp>
      <p:sp>
        <p:nvSpPr>
          <p:cNvPr id="290" name="Google Shape;290;p34"/>
          <p:cNvSpPr txBox="1"/>
          <p:nvPr/>
        </p:nvSpPr>
        <p:spPr>
          <a:xfrm>
            <a:off x="7394360" y="2601544"/>
            <a:ext cx="12411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Raleway"/>
                <a:ea typeface="Raleway"/>
                <a:cs typeface="Raleway"/>
                <a:sym typeface="Raleway"/>
              </a:rPr>
              <a:t>Gender</a:t>
            </a:r>
            <a:endParaRPr sz="1100">
              <a:solidFill>
                <a:srgbClr val="FFFFFF"/>
              </a:solidFill>
              <a:latin typeface="Raleway"/>
              <a:ea typeface="Raleway"/>
              <a:cs typeface="Raleway"/>
              <a:sym typeface="Raleway"/>
            </a:endParaRPr>
          </a:p>
        </p:txBody>
      </p:sp>
      <p:sp>
        <p:nvSpPr>
          <p:cNvPr id="291" name="Google Shape;291;p34"/>
          <p:cNvSpPr txBox="1"/>
          <p:nvPr/>
        </p:nvSpPr>
        <p:spPr>
          <a:xfrm>
            <a:off x="7394360" y="3003244"/>
            <a:ext cx="12411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Raleway"/>
                <a:ea typeface="Raleway"/>
                <a:cs typeface="Raleway"/>
                <a:sym typeface="Raleway"/>
              </a:rPr>
              <a:t>Gender</a:t>
            </a:r>
            <a:endParaRPr sz="1100">
              <a:solidFill>
                <a:srgbClr val="FFFFFF"/>
              </a:solidFill>
              <a:latin typeface="Raleway"/>
              <a:ea typeface="Raleway"/>
              <a:cs typeface="Raleway"/>
              <a:sym typeface="Raleway"/>
            </a:endParaRPr>
          </a:p>
        </p:txBody>
      </p:sp>
      <p:sp>
        <p:nvSpPr>
          <p:cNvPr id="292" name="Google Shape;292;p34"/>
          <p:cNvSpPr txBox="1"/>
          <p:nvPr/>
        </p:nvSpPr>
        <p:spPr>
          <a:xfrm>
            <a:off x="7394360" y="3447669"/>
            <a:ext cx="12411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Raleway"/>
                <a:ea typeface="Raleway"/>
                <a:cs typeface="Raleway"/>
                <a:sym typeface="Raleway"/>
              </a:rPr>
              <a:t>Gender</a:t>
            </a:r>
            <a:endParaRPr sz="1100">
              <a:solidFill>
                <a:srgbClr val="FFFFFF"/>
              </a:solidFill>
              <a:latin typeface="Raleway"/>
              <a:ea typeface="Raleway"/>
              <a:cs typeface="Raleway"/>
              <a:sym typeface="Raleway"/>
            </a:endParaRPr>
          </a:p>
        </p:txBody>
      </p:sp>
      <p:sp>
        <p:nvSpPr>
          <p:cNvPr id="293" name="Google Shape;293;p34"/>
          <p:cNvSpPr txBox="1"/>
          <p:nvPr/>
        </p:nvSpPr>
        <p:spPr>
          <a:xfrm>
            <a:off x="7394360" y="3849369"/>
            <a:ext cx="12411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rgbClr val="FFFFFF"/>
                </a:solidFill>
                <a:latin typeface="Raleway"/>
                <a:ea typeface="Raleway"/>
                <a:cs typeface="Raleway"/>
                <a:sym typeface="Raleway"/>
              </a:rPr>
              <a:t>Gender</a:t>
            </a:r>
            <a:endParaRPr sz="1100">
              <a:solidFill>
                <a:srgbClr val="FFFFFF"/>
              </a:solidFill>
              <a:latin typeface="Raleway"/>
              <a:ea typeface="Raleway"/>
              <a:cs typeface="Raleway"/>
              <a:sym typeface="Raleway"/>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